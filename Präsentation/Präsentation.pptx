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  <p:sldMasterId id="2147483700" r:id="rId3"/>
  </p:sldMasterIdLst>
  <p:notesMasterIdLst>
    <p:notesMasterId r:id="rId24"/>
  </p:notesMasterIdLst>
  <p:sldIdLst>
    <p:sldId id="288" r:id="rId4"/>
    <p:sldId id="308" r:id="rId5"/>
    <p:sldId id="289" r:id="rId6"/>
    <p:sldId id="290" r:id="rId7"/>
    <p:sldId id="292" r:id="rId8"/>
    <p:sldId id="291" r:id="rId9"/>
    <p:sldId id="293" r:id="rId10"/>
    <p:sldId id="294" r:id="rId11"/>
    <p:sldId id="295" r:id="rId12"/>
    <p:sldId id="296" r:id="rId13"/>
    <p:sldId id="298" r:id="rId14"/>
    <p:sldId id="302" r:id="rId15"/>
    <p:sldId id="300" r:id="rId16"/>
    <p:sldId id="297" r:id="rId17"/>
    <p:sldId id="303" r:id="rId18"/>
    <p:sldId id="305" r:id="rId19"/>
    <p:sldId id="304" r:id="rId20"/>
    <p:sldId id="307" r:id="rId21"/>
    <p:sldId id="309" r:id="rId22"/>
    <p:sldId id="306" r:id="rId23"/>
  </p:sldIdLst>
  <p:sldSz cx="12192000" cy="6858000"/>
  <p:notesSz cx="6858000" cy="9144000"/>
  <p:defaultTextStyle>
    <a:defPPr>
      <a:defRPr lang="de-DE"/>
    </a:defPPr>
    <a:lvl1pPr marL="0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6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535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30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7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83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606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37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14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997174BA-8C24-4599-AC19-19D9AD3E6F01}">
          <p14:sldIdLst>
            <p14:sldId id="288"/>
            <p14:sldId id="308"/>
            <p14:sldId id="289"/>
            <p14:sldId id="290"/>
            <p14:sldId id="292"/>
            <p14:sldId id="291"/>
            <p14:sldId id="293"/>
            <p14:sldId id="294"/>
            <p14:sldId id="295"/>
            <p14:sldId id="296"/>
            <p14:sldId id="298"/>
            <p14:sldId id="302"/>
            <p14:sldId id="300"/>
            <p14:sldId id="297"/>
            <p14:sldId id="303"/>
            <p14:sldId id="305"/>
            <p14:sldId id="304"/>
            <p14:sldId id="307"/>
            <p14:sldId id="309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 Krieg" initials="AK" lastIdx="1" clrIdx="0">
    <p:extLst>
      <p:ext uri="{19B8F6BF-5375-455C-9EA6-DF929625EA0E}">
        <p15:presenceInfo xmlns:p15="http://schemas.microsoft.com/office/powerpoint/2012/main" userId="S::alex.krieg@ost.ch::f6b0f32b-2477-46ab-90f9-1b83b0fdc7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893" autoAdjust="0"/>
  </p:normalViewPr>
  <p:slideViewPr>
    <p:cSldViewPr snapToGrid="0">
      <p:cViewPr varScale="1">
        <p:scale>
          <a:sx n="133" d="100"/>
          <a:sy n="133" d="100"/>
        </p:scale>
        <p:origin x="1338" y="12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E077B-0C74-43F8-A8F0-763424D86A05}" type="datetimeFigureOut">
              <a:rPr lang="en-GB" smtClean="0"/>
              <a:t>02/02/2026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2E65F-23E7-4608-970C-00DD20126D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9592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D8BABC-F464-1C42-81DA-2E65C84DE5D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407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- Es gibt viele Möglichkeiten eine automatische Reglersynthese umzusetzen.</a:t>
            </a:r>
          </a:p>
          <a:p>
            <a:endParaRPr lang="de-CH" dirty="0"/>
          </a:p>
          <a:p>
            <a:pPr marL="171450" indent="-171450">
              <a:buFontTx/>
              <a:buChar char="-"/>
            </a:pPr>
            <a:r>
              <a:rPr lang="en-GB" dirty="0"/>
              <a:t>Die Wahl der </a:t>
            </a:r>
            <a:r>
              <a:rPr lang="en-GB" dirty="0" err="1"/>
              <a:t>Optimierungsmethode</a:t>
            </a:r>
            <a:r>
              <a:rPr lang="en-GB" dirty="0"/>
              <a:t> </a:t>
            </a:r>
            <a:r>
              <a:rPr lang="en-GB" dirty="0" err="1"/>
              <a:t>ist</a:t>
            </a:r>
            <a:r>
              <a:rPr lang="en-GB" dirty="0"/>
              <a:t> </a:t>
            </a:r>
            <a:r>
              <a:rPr lang="en-GB" dirty="0" err="1"/>
              <a:t>vom</a:t>
            </a:r>
            <a:r>
              <a:rPr lang="en-GB" dirty="0"/>
              <a:t> </a:t>
            </a:r>
            <a:r>
              <a:rPr lang="en-GB" dirty="0" err="1"/>
              <a:t>vorhandenen</a:t>
            </a:r>
            <a:r>
              <a:rPr lang="en-GB" dirty="0"/>
              <a:t> </a:t>
            </a:r>
            <a:r>
              <a:rPr lang="en-GB" dirty="0" err="1"/>
              <a:t>Modellwissen</a:t>
            </a:r>
            <a:r>
              <a:rPr lang="en-GB" dirty="0"/>
              <a:t> </a:t>
            </a:r>
            <a:r>
              <a:rPr lang="en-GB" dirty="0" err="1"/>
              <a:t>abhängig</a:t>
            </a:r>
            <a:r>
              <a:rPr lang="en-GB" dirty="0"/>
              <a:t>.</a:t>
            </a:r>
          </a:p>
          <a:p>
            <a:pPr marL="0" indent="0">
              <a:buFontTx/>
              <a:buNone/>
            </a:pPr>
            <a:r>
              <a:rPr lang="en-GB" dirty="0"/>
              <a:t>     </a:t>
            </a:r>
            <a:r>
              <a:rPr lang="en-GB" dirty="0" err="1"/>
              <a:t>z.B.</a:t>
            </a:r>
            <a:r>
              <a:rPr lang="en-GB" dirty="0"/>
              <a:t> </a:t>
            </a:r>
            <a:r>
              <a:rPr lang="en-GB" dirty="0" err="1"/>
              <a:t>Instabile</a:t>
            </a:r>
            <a:r>
              <a:rPr lang="en-GB" dirty="0"/>
              <a:t> </a:t>
            </a:r>
            <a:r>
              <a:rPr lang="en-GB" dirty="0" err="1"/>
              <a:t>Prozesse</a:t>
            </a:r>
            <a:r>
              <a:rPr lang="en-GB" dirty="0"/>
              <a:t> </a:t>
            </a:r>
            <a:r>
              <a:rPr lang="en-GB" dirty="0" err="1"/>
              <a:t>können</a:t>
            </a:r>
            <a:r>
              <a:rPr lang="en-GB" dirty="0"/>
              <a:t> </a:t>
            </a:r>
            <a:r>
              <a:rPr lang="en-GB" dirty="0" err="1"/>
              <a:t>nicht</a:t>
            </a:r>
            <a:r>
              <a:rPr lang="en-GB" dirty="0"/>
              <a:t> </a:t>
            </a:r>
            <a:r>
              <a:rPr lang="en-GB" dirty="0" err="1"/>
              <a:t>mit</a:t>
            </a:r>
            <a:r>
              <a:rPr lang="en-GB" dirty="0"/>
              <a:t> Ziegler Nichols </a:t>
            </a:r>
            <a:r>
              <a:rPr lang="en-GB" dirty="0" err="1"/>
              <a:t>optimiert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.</a:t>
            </a:r>
          </a:p>
          <a:p>
            <a:pPr marL="0" indent="0">
              <a:buFontTx/>
              <a:buNone/>
            </a:pPr>
            <a:r>
              <a:rPr lang="en-GB" dirty="0"/>
              <a:t>            </a:t>
            </a:r>
          </a:p>
          <a:p>
            <a:pPr marL="0" indent="0">
              <a:buFontTx/>
              <a:buNone/>
            </a:pPr>
            <a:endParaRPr lang="en-GB" dirty="0"/>
          </a:p>
          <a:p>
            <a:pPr marL="171450" indent="-171450">
              <a:buFontTx/>
              <a:buChar char="-"/>
            </a:pPr>
            <a:r>
              <a:rPr lang="en-GB" dirty="0"/>
              <a:t>Für die </a:t>
            </a:r>
            <a:r>
              <a:rPr lang="en-GB" dirty="0" err="1"/>
              <a:t>Optimierung</a:t>
            </a:r>
            <a:r>
              <a:rPr lang="en-GB" dirty="0"/>
              <a:t> muss </a:t>
            </a:r>
            <a:r>
              <a:rPr lang="en-GB" dirty="0" err="1"/>
              <a:t>vorgegeben</a:t>
            </a:r>
            <a:r>
              <a:rPr lang="en-GB" dirty="0"/>
              <a:t> </a:t>
            </a:r>
            <a:r>
              <a:rPr lang="en-GB" dirty="0" err="1"/>
              <a:t>werden</a:t>
            </a:r>
            <a:r>
              <a:rPr lang="en-GB" dirty="0"/>
              <a:t> </a:t>
            </a:r>
            <a:r>
              <a:rPr lang="en-GB" dirty="0" err="1"/>
              <a:t>wie</a:t>
            </a:r>
            <a:r>
              <a:rPr lang="en-GB" dirty="0"/>
              <a:t> das </a:t>
            </a:r>
            <a:r>
              <a:rPr lang="en-GB" dirty="0" err="1"/>
              <a:t>gewünschte</a:t>
            </a:r>
            <a:r>
              <a:rPr lang="en-GB" dirty="0"/>
              <a:t> </a:t>
            </a:r>
            <a:r>
              <a:rPr lang="en-GB" dirty="0" err="1"/>
              <a:t>Systemverhalten</a:t>
            </a:r>
            <a:r>
              <a:rPr lang="en-GB" dirty="0"/>
              <a:t> </a:t>
            </a:r>
            <a:r>
              <a:rPr lang="en-GB" dirty="0" err="1"/>
              <a:t>aussehen</a:t>
            </a:r>
            <a:r>
              <a:rPr lang="en-GB" dirty="0"/>
              <a:t> </a:t>
            </a:r>
            <a:r>
              <a:rPr lang="en-GB" dirty="0" err="1"/>
              <a:t>soll</a:t>
            </a:r>
            <a:r>
              <a:rPr lang="en-GB" dirty="0"/>
              <a:t>.</a:t>
            </a:r>
          </a:p>
          <a:p>
            <a:pPr marL="0" indent="0">
              <a:buFontTx/>
              <a:buNone/>
            </a:pPr>
            <a:r>
              <a:rPr lang="en-GB" dirty="0"/>
              <a:t>    Die Art und Weise, </a:t>
            </a:r>
            <a:r>
              <a:rPr lang="en-GB" dirty="0" err="1"/>
              <a:t>wie</a:t>
            </a:r>
            <a:r>
              <a:rPr lang="en-GB" dirty="0"/>
              <a:t> dies der Methode </a:t>
            </a:r>
            <a:r>
              <a:rPr lang="en-GB" dirty="0" err="1"/>
              <a:t>beigebracht</a:t>
            </a:r>
            <a:r>
              <a:rPr lang="en-GB" dirty="0"/>
              <a:t> </a:t>
            </a:r>
            <a:r>
              <a:rPr lang="en-GB" dirty="0" err="1"/>
              <a:t>wird</a:t>
            </a:r>
            <a:r>
              <a:rPr lang="en-GB" dirty="0"/>
              <a:t>, </a:t>
            </a:r>
            <a:r>
              <a:rPr lang="en-GB" dirty="0" err="1"/>
              <a:t>kann</a:t>
            </a:r>
            <a:r>
              <a:rPr lang="en-GB" dirty="0"/>
              <a:t> </a:t>
            </a:r>
            <a:r>
              <a:rPr lang="en-GB" dirty="0" err="1"/>
              <a:t>sehr</a:t>
            </a:r>
            <a:r>
              <a:rPr lang="en-GB" dirty="0"/>
              <a:t> </a:t>
            </a:r>
            <a:r>
              <a:rPr lang="en-GB" dirty="0" err="1"/>
              <a:t>unterschiedlich</a:t>
            </a:r>
            <a:r>
              <a:rPr lang="en-GB" dirty="0"/>
              <a:t> sein.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6319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7679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CH" dirty="0"/>
              <a:t>Alle Methoden benötigen eine iterative Optimierung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CH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de-CH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noProof="0" dirty="0"/>
              <a:t>Tuning-Goals von Systune haben ihre Grenzen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noProof="0" dirty="0"/>
              <a:t>Keine Sättigungen </a:t>
            </a:r>
            <a:r>
              <a:rPr lang="de-DE" noProof="0" dirty="0" err="1"/>
              <a:t>antrainierbar</a:t>
            </a:r>
            <a:endParaRPr lang="de-DE" noProof="0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noProof="0" dirty="0"/>
              <a:t>Fehlerfunktion von GE und DE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noProof="0" dirty="0"/>
              <a:t>Bereits gutes Ergebnis beim Kriterium: Minimierung der Sollwertabweichung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de-DE" noProof="0" dirty="0"/>
              <a:t>GE und DE können mit einem nichtlinearen System umgehen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1690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277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Offener Regelkreis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2818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27AAF-9829-7563-7915-060B5B590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07C56E87-0781-ED61-A52A-434E1DC083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8503644-D4A1-6BE6-0094-09A21A4BF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Offener Regelkreis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9C64581-FE12-1A10-23BB-EB073CC6B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3340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030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-</a:t>
            </a: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Stationärer Fehler </a:t>
            </a:r>
            <a:r>
              <a:rPr lang="de-DE" dirty="0"/>
              <a:t>wegen der starken Reibung, welche nicht im Modell berücksichtigt wurde</a:t>
            </a:r>
          </a:p>
          <a:p>
            <a:endParaRPr lang="de-DE" dirty="0"/>
          </a:p>
          <a:p>
            <a:r>
              <a:rPr lang="de-DE" dirty="0"/>
              <a:t>Ich habe probiert für alle 3 Methoden den Regler so heran zu optimieren, dass das System möglichst schnell und mit wenig überschwingen </a:t>
            </a:r>
            <a:r>
              <a:rPr lang="de-DE" dirty="0" err="1"/>
              <a:t>aggiert</a:t>
            </a:r>
            <a:r>
              <a:rPr lang="de-DE" dirty="0"/>
              <a:t>,</a:t>
            </a:r>
          </a:p>
          <a:p>
            <a:r>
              <a:rPr lang="de-DE" dirty="0"/>
              <a:t>Dies ist jedoch wie man sehen kann bei diesem System nicht gut gelungen.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47986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7C531-77FF-E15D-AF95-08ED11FF5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FD9374F7-9519-9068-5184-08387943B1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040D36F1-7AB1-32B5-4CB8-36427F540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Offener Regelkreis</a:t>
            </a:r>
          </a:p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DF93AAD-17C6-0023-94B0-3A4DA42A2F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330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C9D58-F8E3-0F6F-B602-C404859C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F5D5F98-DA06-C92B-ABDD-B68E4C0371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F0E0CEB-E87D-3DD7-AE17-2D9E628ED0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dirty="0"/>
              <a:t>Offener Regelkreis</a:t>
            </a:r>
          </a:p>
          <a:p>
            <a:endParaRPr lang="de-DE" dirty="0"/>
          </a:p>
          <a:p>
            <a:r>
              <a:rPr lang="de-DE" dirty="0"/>
              <a:t>GA &amp; DE sind aggressiver und haben deshalb bei der Sensitivität eine Überhöhung.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5D34DB5-B866-BD62-A017-670535F89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5872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10F7-EE45-A9F5-12D3-F6BF7D8F7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FAFB3A9-44D6-8C35-C84D-847E2634F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8347B42-9BC8-C07F-9FDF-CD6CD4EAF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1B250D-3DF5-9253-1F11-4C85C81D08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0464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2E65F-23E7-4608-970C-00DD20126D0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3140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mas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399">
              <a:solidFill>
                <a:schemeClr val="tx1"/>
              </a:solidFill>
            </a:endParaRPr>
          </a:p>
        </p:txBody>
      </p:sp>
      <p:sp>
        <p:nvSpPr>
          <p:cNvPr id="21" name="Freihandform 20"/>
          <p:cNvSpPr/>
          <p:nvPr/>
        </p:nvSpPr>
        <p:spPr>
          <a:xfrm>
            <a:off x="3973335" y="679932"/>
            <a:ext cx="8218666" cy="6187327"/>
          </a:xfrm>
          <a:custGeom>
            <a:avLst/>
            <a:gdLst>
              <a:gd name="connsiteX0" fmla="*/ 5924544 w 8222947"/>
              <a:gd name="connsiteY0" fmla="*/ 885 h 6187327"/>
              <a:gd name="connsiteX1" fmla="*/ 6308590 w 8222947"/>
              <a:gd name="connsiteY1" fmla="*/ 41571 h 6187327"/>
              <a:gd name="connsiteX2" fmla="*/ 8006972 w 8222947"/>
              <a:gd name="connsiteY2" fmla="*/ 1782211 h 6187327"/>
              <a:gd name="connsiteX3" fmla="*/ 8214187 w 8222947"/>
              <a:gd name="connsiteY3" fmla="*/ 2329511 h 6187327"/>
              <a:gd name="connsiteX4" fmla="*/ 8222947 w 8222947"/>
              <a:gd name="connsiteY4" fmla="*/ 2362752 h 6187327"/>
              <a:gd name="connsiteX5" fmla="*/ 8222947 w 8222947"/>
              <a:gd name="connsiteY5" fmla="*/ 4688892 h 6187327"/>
              <a:gd name="connsiteX6" fmla="*/ 8207914 w 8222947"/>
              <a:gd name="connsiteY6" fmla="*/ 4742881 h 6187327"/>
              <a:gd name="connsiteX7" fmla="*/ 7556423 w 8222947"/>
              <a:gd name="connsiteY7" fmla="*/ 6028617 h 6187327"/>
              <a:gd name="connsiteX8" fmla="*/ 7425161 w 8222947"/>
              <a:gd name="connsiteY8" fmla="*/ 6187327 h 6187327"/>
              <a:gd name="connsiteX9" fmla="*/ 1006577 w 8222947"/>
              <a:gd name="connsiteY9" fmla="*/ 6187327 h 6187327"/>
              <a:gd name="connsiteX10" fmla="*/ 850964 w 8222947"/>
              <a:gd name="connsiteY10" fmla="*/ 5995980 h 6187327"/>
              <a:gd name="connsiteX11" fmla="*/ 422250 w 8222947"/>
              <a:gd name="connsiteY11" fmla="*/ 5267019 h 6187327"/>
              <a:gd name="connsiteX12" fmla="*/ 142610 w 8222947"/>
              <a:gd name="connsiteY12" fmla="*/ 2830055 h 6187327"/>
              <a:gd name="connsiteX13" fmla="*/ 3539677 w 8222947"/>
              <a:gd name="connsiteY13" fmla="*/ 2265216 h 6187327"/>
              <a:gd name="connsiteX14" fmla="*/ 5924544 w 8222947"/>
              <a:gd name="connsiteY14" fmla="*/ 885 h 618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222947" h="6187327">
                <a:moveTo>
                  <a:pt x="5924544" y="885"/>
                </a:moveTo>
                <a:cubicBezTo>
                  <a:pt x="6041007" y="-3625"/>
                  <a:pt x="6168271" y="8957"/>
                  <a:pt x="6308590" y="41571"/>
                </a:cubicBezTo>
                <a:cubicBezTo>
                  <a:pt x="6952725" y="190142"/>
                  <a:pt x="7634399" y="972436"/>
                  <a:pt x="8006972" y="1782211"/>
                </a:cubicBezTo>
                <a:cubicBezTo>
                  <a:pt x="8089782" y="1962218"/>
                  <a:pt x="8158705" y="2145053"/>
                  <a:pt x="8214187" y="2329511"/>
                </a:cubicBezTo>
                <a:lnTo>
                  <a:pt x="8222947" y="2362752"/>
                </a:lnTo>
                <a:lnTo>
                  <a:pt x="8222947" y="4688892"/>
                </a:lnTo>
                <a:lnTo>
                  <a:pt x="8207914" y="4742881"/>
                </a:lnTo>
                <a:cubicBezTo>
                  <a:pt x="8067235" y="5203851"/>
                  <a:pt x="7847382" y="5639692"/>
                  <a:pt x="7556423" y="6028617"/>
                </a:cubicBezTo>
                <a:lnTo>
                  <a:pt x="7425161" y="6187327"/>
                </a:lnTo>
                <a:lnTo>
                  <a:pt x="1006577" y="6187327"/>
                </a:lnTo>
                <a:lnTo>
                  <a:pt x="850964" y="5995980"/>
                </a:lnTo>
                <a:cubicBezTo>
                  <a:pt x="686863" y="5772304"/>
                  <a:pt x="542722" y="5528860"/>
                  <a:pt x="422250" y="5267019"/>
                </a:cubicBezTo>
                <a:cubicBezTo>
                  <a:pt x="50312" y="4458802"/>
                  <a:pt x="-155418" y="3502075"/>
                  <a:pt x="142610" y="2830055"/>
                </a:cubicBezTo>
                <a:cubicBezTo>
                  <a:pt x="788131" y="1375996"/>
                  <a:pt x="2271479" y="2908304"/>
                  <a:pt x="3539677" y="2265216"/>
                </a:cubicBezTo>
                <a:cubicBezTo>
                  <a:pt x="4682264" y="1685095"/>
                  <a:pt x="4798738" y="44473"/>
                  <a:pt x="5924544" y="88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399">
              <a:solidFill>
                <a:schemeClr val="tx1"/>
              </a:solidFill>
            </a:endParaRPr>
          </a:p>
        </p:txBody>
      </p:sp>
      <p:sp>
        <p:nvSpPr>
          <p:cNvPr id="12" name="Freihandform 11"/>
          <p:cNvSpPr/>
          <p:nvPr/>
        </p:nvSpPr>
        <p:spPr>
          <a:xfrm>
            <a:off x="5639470" y="1910669"/>
            <a:ext cx="6552531" cy="4947333"/>
          </a:xfrm>
          <a:custGeom>
            <a:avLst/>
            <a:gdLst>
              <a:gd name="connsiteX0" fmla="*/ 4854063 w 6552531"/>
              <a:gd name="connsiteY0" fmla="*/ 7 h 4947333"/>
              <a:gd name="connsiteX1" fmla="*/ 5071206 w 6552531"/>
              <a:gd name="connsiteY1" fmla="*/ 27731 h 4947333"/>
              <a:gd name="connsiteX2" fmla="*/ 6551503 w 6552531"/>
              <a:gd name="connsiteY2" fmla="*/ 1809287 h 4947333"/>
              <a:gd name="connsiteX3" fmla="*/ 6552531 w 6552531"/>
              <a:gd name="connsiteY3" fmla="*/ 1812764 h 4947333"/>
              <a:gd name="connsiteX4" fmla="*/ 6552531 w 6552531"/>
              <a:gd name="connsiteY4" fmla="*/ 3922236 h 4947333"/>
              <a:gd name="connsiteX5" fmla="*/ 6508354 w 6552531"/>
              <a:gd name="connsiteY5" fmla="*/ 4056281 h 4947333"/>
              <a:gd name="connsiteX6" fmla="*/ 6167266 w 6552531"/>
              <a:gd name="connsiteY6" fmla="*/ 4753897 h 4947333"/>
              <a:gd name="connsiteX7" fmla="*/ 6033717 w 6552531"/>
              <a:gd name="connsiteY7" fmla="*/ 4947333 h 4947333"/>
              <a:gd name="connsiteX8" fmla="*/ 688221 w 6552531"/>
              <a:gd name="connsiteY8" fmla="*/ 4947333 h 4947333"/>
              <a:gd name="connsiteX9" fmla="*/ 669155 w 6552531"/>
              <a:gd name="connsiteY9" fmla="*/ 4921952 h 4947333"/>
              <a:gd name="connsiteX10" fmla="*/ 159446 w 6552531"/>
              <a:gd name="connsiteY10" fmla="*/ 3896401 h 4947333"/>
              <a:gd name="connsiteX11" fmla="*/ 44617 w 6552531"/>
              <a:gd name="connsiteY11" fmla="*/ 3440846 h 4947333"/>
              <a:gd name="connsiteX12" fmla="*/ 40529 w 6552531"/>
              <a:gd name="connsiteY12" fmla="*/ 3406626 h 4947333"/>
              <a:gd name="connsiteX13" fmla="*/ 39476 w 6552531"/>
              <a:gd name="connsiteY13" fmla="*/ 3401514 h 4947333"/>
              <a:gd name="connsiteX14" fmla="*/ 482859 w 6552531"/>
              <a:gd name="connsiteY14" fmla="*/ 1876033 h 4947333"/>
              <a:gd name="connsiteX15" fmla="*/ 896951 w 6552531"/>
              <a:gd name="connsiteY15" fmla="*/ 1759366 h 4947333"/>
              <a:gd name="connsiteX16" fmla="*/ 1369778 w 6552531"/>
              <a:gd name="connsiteY16" fmla="*/ 1839493 h 4947333"/>
              <a:gd name="connsiteX17" fmla="*/ 1408346 w 6552531"/>
              <a:gd name="connsiteY17" fmla="*/ 1854656 h 4947333"/>
              <a:gd name="connsiteX18" fmla="*/ 1515289 w 6552531"/>
              <a:gd name="connsiteY18" fmla="*/ 1876395 h 4947333"/>
              <a:gd name="connsiteX19" fmla="*/ 2860708 w 6552531"/>
              <a:gd name="connsiteY19" fmla="*/ 1855646 h 4947333"/>
              <a:gd name="connsiteX20" fmla="*/ 3877062 w 6552531"/>
              <a:gd name="connsiteY20" fmla="*/ 691198 h 4947333"/>
              <a:gd name="connsiteX21" fmla="*/ 4633989 w 6552531"/>
              <a:gd name="connsiteY21" fmla="*/ 13545 h 4947333"/>
              <a:gd name="connsiteX22" fmla="*/ 4683323 w 6552531"/>
              <a:gd name="connsiteY22" fmla="*/ 9490 h 4947333"/>
              <a:gd name="connsiteX23" fmla="*/ 4720135 w 6552531"/>
              <a:gd name="connsiteY23" fmla="*/ 11657 h 4947333"/>
              <a:gd name="connsiteX24" fmla="*/ 4746809 w 6552531"/>
              <a:gd name="connsiteY24" fmla="*/ 6469 h 4947333"/>
              <a:gd name="connsiteX25" fmla="*/ 4854063 w 6552531"/>
              <a:gd name="connsiteY25" fmla="*/ 7 h 494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552531" h="4947333">
                <a:moveTo>
                  <a:pt x="4854063" y="7"/>
                </a:moveTo>
                <a:cubicBezTo>
                  <a:pt x="4925952" y="311"/>
                  <a:pt x="4998520" y="9743"/>
                  <a:pt x="5071206" y="27731"/>
                </a:cubicBezTo>
                <a:cubicBezTo>
                  <a:pt x="5652694" y="171645"/>
                  <a:pt x="6241767" y="863160"/>
                  <a:pt x="6551503" y="1809287"/>
                </a:cubicBezTo>
                <a:lnTo>
                  <a:pt x="6552531" y="1812764"/>
                </a:lnTo>
                <a:lnTo>
                  <a:pt x="6552531" y="3922236"/>
                </a:lnTo>
                <a:lnTo>
                  <a:pt x="6508354" y="4056281"/>
                </a:lnTo>
                <a:cubicBezTo>
                  <a:pt x="6420252" y="4303320"/>
                  <a:pt x="6305352" y="4537096"/>
                  <a:pt x="6167266" y="4753897"/>
                </a:cubicBezTo>
                <a:lnTo>
                  <a:pt x="6033717" y="4947333"/>
                </a:lnTo>
                <a:lnTo>
                  <a:pt x="688221" y="4947333"/>
                </a:lnTo>
                <a:lnTo>
                  <a:pt x="669155" y="4921952"/>
                </a:lnTo>
                <a:cubicBezTo>
                  <a:pt x="462010" y="4623316"/>
                  <a:pt x="290452" y="4280274"/>
                  <a:pt x="159446" y="3896401"/>
                </a:cubicBezTo>
                <a:cubicBezTo>
                  <a:pt x="110759" y="3753734"/>
                  <a:pt x="70478" y="3595787"/>
                  <a:pt x="44617" y="3440846"/>
                </a:cubicBezTo>
                <a:lnTo>
                  <a:pt x="40529" y="3406626"/>
                </a:lnTo>
                <a:lnTo>
                  <a:pt x="39476" y="3401514"/>
                </a:lnTo>
                <a:cubicBezTo>
                  <a:pt x="-78551" y="2709645"/>
                  <a:pt x="67748" y="2122061"/>
                  <a:pt x="482859" y="1876033"/>
                </a:cubicBezTo>
                <a:cubicBezTo>
                  <a:pt x="607393" y="1802224"/>
                  <a:pt x="747277" y="1764396"/>
                  <a:pt x="896951" y="1759366"/>
                </a:cubicBezTo>
                <a:cubicBezTo>
                  <a:pt x="1046624" y="1754337"/>
                  <a:pt x="1206087" y="1782107"/>
                  <a:pt x="1369778" y="1839493"/>
                </a:cubicBezTo>
                <a:lnTo>
                  <a:pt x="1408346" y="1854656"/>
                </a:lnTo>
                <a:lnTo>
                  <a:pt x="1515289" y="1876395"/>
                </a:lnTo>
                <a:cubicBezTo>
                  <a:pt x="1867428" y="1960511"/>
                  <a:pt x="2467079" y="2053179"/>
                  <a:pt x="2860708" y="1855646"/>
                </a:cubicBezTo>
                <a:cubicBezTo>
                  <a:pt x="3254336" y="1658114"/>
                  <a:pt x="3625995" y="1062372"/>
                  <a:pt x="3877062" y="691198"/>
                </a:cubicBezTo>
                <a:cubicBezTo>
                  <a:pt x="4155238" y="279949"/>
                  <a:pt x="4374413" y="55026"/>
                  <a:pt x="4633989" y="13545"/>
                </a:cubicBezTo>
                <a:cubicBezTo>
                  <a:pt x="4650213" y="10953"/>
                  <a:pt x="4666671" y="9635"/>
                  <a:pt x="4683323" y="9490"/>
                </a:cubicBezTo>
                <a:lnTo>
                  <a:pt x="4720135" y="11657"/>
                </a:lnTo>
                <a:lnTo>
                  <a:pt x="4746809" y="6469"/>
                </a:lnTo>
                <a:cubicBezTo>
                  <a:pt x="4782344" y="1985"/>
                  <a:pt x="4818118" y="-145"/>
                  <a:pt x="4854063" y="7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399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36181" y="3239458"/>
            <a:ext cx="6787409" cy="1097269"/>
          </a:xfrm>
        </p:spPr>
        <p:txBody>
          <a:bodyPr lIns="0" tIns="0" bIns="0" anchor="b">
            <a:normAutofit/>
          </a:bodyPr>
          <a:lstStyle>
            <a:lvl1pPr>
              <a:lnSpc>
                <a:spcPct val="100000"/>
              </a:lnSpc>
              <a:defRPr sz="3198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 Titelfolie</a:t>
            </a:r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1531" y="1533510"/>
            <a:ext cx="2690418" cy="1264388"/>
          </a:xfrm>
          <a:prstGeom prst="rect">
            <a:avLst/>
          </a:prstGeo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830948" y="5641975"/>
            <a:ext cx="1444347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1199">
                <a:latin typeface="+mn-lt"/>
              </a:defRPr>
            </a:lvl1pPr>
          </a:lstStyle>
          <a:p>
            <a:fld id="{9D727573-42BB-4F36-8F39-184152B7AE02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9B772D-4EEB-40F5-B989-5B158C414958}"/>
              </a:ext>
            </a:extLst>
          </p:cNvPr>
          <p:cNvSpPr/>
          <p:nvPr/>
        </p:nvSpPr>
        <p:spPr>
          <a:xfrm>
            <a:off x="0" y="6723258"/>
            <a:ext cx="12192000" cy="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399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6181" y="6200774"/>
            <a:ext cx="5538872" cy="4213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199">
                <a:latin typeface="+mn-lt"/>
              </a:defRPr>
            </a:lvl1pPr>
          </a:lstStyle>
          <a:p>
            <a:pPr lvl="0"/>
            <a:r>
              <a:rPr lang="de-CH"/>
              <a:t>Departement / Abteilung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6181" y="4410389"/>
            <a:ext cx="6787409" cy="8603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999" b="1" baseline="0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830949" y="5342714"/>
            <a:ext cx="5544105" cy="18466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marR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9">
                <a:latin typeface="+mn-lt"/>
              </a:defRPr>
            </a:lvl1pPr>
            <a:lvl2pPr marL="360182" indent="0">
              <a:buNone/>
              <a:defRPr/>
            </a:lvl2pPr>
            <a:lvl3pPr marL="718778" indent="0">
              <a:buNone/>
              <a:defRPr/>
            </a:lvl3pPr>
            <a:lvl4pPr marL="1077373" indent="0">
              <a:buNone/>
              <a:defRPr/>
            </a:lvl4pPr>
            <a:lvl5pPr marL="1437556" indent="0">
              <a:buNone/>
              <a:defRPr/>
            </a:lvl5pPr>
          </a:lstStyle>
          <a:p>
            <a:pPr marL="0" marR="0" lvl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99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</p:spTree>
    <p:extLst>
      <p:ext uri="{BB962C8B-B14F-4D97-AF65-F5344CB8AC3E}">
        <p14:creationId xmlns:p14="http://schemas.microsoft.com/office/powerpoint/2010/main" val="699727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335">
          <p15:clr>
            <a:srgbClr val="FBAE40"/>
          </p15:clr>
        </p15:guide>
        <p15:guide id="3" pos="304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6442" y="5947634"/>
            <a:ext cx="1557598" cy="732008"/>
          </a:xfrm>
          <a:prstGeom prst="rect">
            <a:avLst/>
          </a:prstGeom>
        </p:spPr>
      </p:pic>
      <p:sp>
        <p:nvSpPr>
          <p:cNvPr id="14" name="Bildplatzhalter 13" descr="Hier Titelbild einfügen" title="Titelbild">
            <a:extLst>
              <a:ext uri="{FF2B5EF4-FFF2-40B4-BE49-F238E27FC236}">
                <a16:creationId xmlns:a16="http://schemas.microsoft.com/office/drawing/2014/main" id="{1DE6A71F-9A5B-4F1D-A226-20EDC05C37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5772670"/>
          </a:xfrm>
          <a:prstGeom prst="rect">
            <a:avLst/>
          </a:prstGeom>
          <a:solidFill>
            <a:schemeClr val="bg2"/>
          </a:solidFill>
        </p:spPr>
        <p:txBody>
          <a:bodyPr lIns="216000" tIns="108000" anchor="t" anchorCtr="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Tipp: Zuerst das Bild einfügen (über das Bild-Icon), dann den Titel eingeben.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335752" y="3427354"/>
            <a:ext cx="5954290" cy="797311"/>
          </a:xfrm>
          <a:solidFill>
            <a:srgbClr val="FFFFFF">
              <a:alpha val="80000"/>
            </a:srgbClr>
          </a:solidFill>
        </p:spPr>
        <p:txBody>
          <a:bodyPr wrap="square" lIns="108000" tIns="72000" rIns="108000" bIns="108000" anchor="b" anchorCtr="0">
            <a:spAutoFit/>
          </a:bodyPr>
          <a:lstStyle>
            <a:lvl1pPr algn="l">
              <a:lnSpc>
                <a:spcPct val="100000"/>
              </a:lnSpc>
              <a:defRPr sz="3998" b="1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 Titelfolie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326069" y="6453188"/>
            <a:ext cx="3375587" cy="17938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199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BC70DA3-451B-4078-BB35-0611754378DB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8043DE-5E81-43FD-995B-4B17DF0265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5314" y="4224664"/>
            <a:ext cx="4061884" cy="489534"/>
          </a:xfrm>
          <a:prstGeom prst="rect">
            <a:avLst/>
          </a:prstGeom>
          <a:solidFill>
            <a:srgbClr val="D72864">
              <a:alpha val="80000"/>
            </a:srgbClr>
          </a:solidFill>
        </p:spPr>
        <p:txBody>
          <a:bodyPr wrap="square" lIns="108000" tIns="72000" rIns="108000" bIns="108000" anchor="t" anchorCtr="0">
            <a:spAutoFit/>
          </a:bodyPr>
          <a:lstStyle>
            <a:lvl1pPr marL="0" indent="0">
              <a:buNone/>
              <a:defRPr sz="1999" baseline="0">
                <a:solidFill>
                  <a:schemeClr val="bg1"/>
                </a:solidFill>
              </a:defRPr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326069" y="5949950"/>
            <a:ext cx="3363301" cy="5032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9"/>
            </a:lvl1pPr>
            <a:lvl2pPr marL="360182" indent="0">
              <a:buNone/>
              <a:defRPr/>
            </a:lvl2pPr>
            <a:lvl3pPr marL="718778" indent="0">
              <a:buNone/>
              <a:defRPr/>
            </a:lvl3pPr>
            <a:lvl4pPr marL="1077373" indent="0">
              <a:buNone/>
              <a:defRPr/>
            </a:lvl4pPr>
            <a:lvl5pPr marL="1437556" indent="0">
              <a:buNone/>
              <a:defRPr/>
            </a:lvl5pPr>
          </a:lstStyle>
          <a:p>
            <a:pPr marL="0" marR="0" lvl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99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031" y="5949950"/>
            <a:ext cx="4529722" cy="6477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199">
                <a:latin typeface="+mn-lt"/>
              </a:defRPr>
            </a:lvl1pPr>
          </a:lstStyle>
          <a:p>
            <a:pPr lvl="0"/>
            <a:r>
              <a:rPr lang="de-CH"/>
              <a:t>Departement / Abteilung</a:t>
            </a:r>
          </a:p>
        </p:txBody>
      </p:sp>
    </p:spTree>
    <p:extLst>
      <p:ext uri="{BB962C8B-B14F-4D97-AF65-F5344CB8AC3E}">
        <p14:creationId xmlns:p14="http://schemas.microsoft.com/office/powerpoint/2010/main" val="398000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08">
          <p15:clr>
            <a:srgbClr val="FBAE40"/>
          </p15:clr>
        </p15:guide>
        <p15:guide id="2" pos="2663">
          <p15:clr>
            <a:srgbClr val="FBAE40"/>
          </p15:clr>
        </p15:guide>
        <p15:guide id="3" orient="horz" pos="2659">
          <p15:clr>
            <a:srgbClr val="FBAE40"/>
          </p15:clr>
        </p15:guide>
        <p15:guide id="8" pos="5223">
          <p15:clr>
            <a:srgbClr val="FBAE40"/>
          </p15:clr>
        </p15:guide>
        <p15:guide id="9" orient="horz" pos="3748">
          <p15:clr>
            <a:srgbClr val="FBAE40"/>
          </p15:clr>
        </p15:guide>
        <p15:guide id="10" pos="336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5008A-6858-4169-95BB-E1A411961340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06030" y="6453187"/>
            <a:ext cx="5361371" cy="2369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6491082" y="333375"/>
            <a:ext cx="5362958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Bild über das Bild-Icon einfügen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029" y="2213150"/>
            <a:ext cx="5361372" cy="1917733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806031" y="333375"/>
            <a:ext cx="5361371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198" baseline="0"/>
            </a:lvl1pPr>
          </a:lstStyle>
          <a:p>
            <a:r>
              <a:rPr lang="de-DE"/>
              <a:t>Titel Abschnittsfolie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75280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qu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3850783"/>
            <a:ext cx="12192000" cy="2349992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Bild über das Bild-Icon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06031" y="333375"/>
            <a:ext cx="11048009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198"/>
            </a:lvl1pPr>
          </a:lstStyle>
          <a:p>
            <a:r>
              <a:rPr lang="de-DE"/>
              <a:t>Titel Abschnittsfolie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8F42B5-6901-4B4F-A750-C550D2D21C2C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030" y="2213150"/>
            <a:ext cx="7367796" cy="1398501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42657961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031" y="1449387"/>
            <a:ext cx="11048009" cy="4751387"/>
          </a:xfrm>
          <a:prstGeom prst="rect">
            <a:avLst/>
          </a:prstGeom>
        </p:spPr>
        <p:txBody>
          <a:bodyPr numCol="2" spcCol="288000">
            <a:normAutofit/>
          </a:bodyPr>
          <a:lstStyle>
            <a:lvl1pPr marL="342729" marR="0" indent="-342729" algn="l" defTabSz="609463" rtl="0" eaLnBrk="1" fontAlgn="auto" latinLnBrk="0" hangingPunct="1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999" baseline="0"/>
            </a:lvl1pPr>
            <a:lvl2pPr marL="360183" indent="-360183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SzPct val="120000"/>
              <a:buFontTx/>
              <a:buBlip>
                <a:blip r:embed="rId2"/>
              </a:buBlip>
              <a:defRPr sz="1999" b="1" baseline="0"/>
            </a:lvl2pPr>
            <a:lvl3pPr marL="628336" indent="-26815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baseline="0"/>
            </a:lvl3pPr>
            <a:lvl4pPr marL="894902" indent="-206272">
              <a:spcBef>
                <a:spcPts val="400"/>
              </a:spcBef>
              <a:spcAft>
                <a:spcPts val="0"/>
              </a:spcAft>
              <a:defRPr/>
            </a:lvl4pPr>
            <a:lvl5pPr marL="1163056" indent="-230073">
              <a:spcBef>
                <a:spcPts val="4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de-DE"/>
              <a:t>Thema 1 [Ebene 1]</a:t>
            </a:r>
          </a:p>
          <a:p>
            <a:pPr lvl="1"/>
            <a:r>
              <a:rPr lang="de-DE"/>
              <a:t>Thema 2 aktiv [Ebene 2]</a:t>
            </a:r>
          </a:p>
          <a:p>
            <a:pPr lvl="2"/>
            <a:r>
              <a:rPr lang="de-DE"/>
              <a:t>Unterthema 1 [Ebene 3]</a:t>
            </a:r>
          </a:p>
          <a:p>
            <a:pPr lvl="2"/>
            <a:r>
              <a:rPr lang="de-DE"/>
              <a:t>Unterthema 2 [Ebene 3]</a:t>
            </a:r>
          </a:p>
          <a:p>
            <a:pPr marL="342729" marR="0" lvl="0" indent="-342729" algn="l" defTabSz="609463" rtl="0" eaLnBrk="1" fontAlgn="auto" latinLnBrk="0" hangingPunct="1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Thema 3 [Ebene 1]</a:t>
            </a:r>
          </a:p>
          <a:p>
            <a:pPr lvl="0"/>
            <a:endParaRPr lang="de-DE"/>
          </a:p>
          <a:p>
            <a:pPr lvl="2"/>
            <a:endParaRPr lang="de-DE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27B8C7-77D0-4291-BFF5-477AC85887FE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2868" y="6244316"/>
            <a:ext cx="1339527" cy="629524"/>
          </a:xfrm>
          <a:prstGeom prst="rect">
            <a:avLst/>
          </a:prstGeom>
        </p:spPr>
      </p:pic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806031" y="333377"/>
            <a:ext cx="11048009" cy="287337"/>
          </a:xfrm>
        </p:spPr>
        <p:txBody>
          <a:bodyPr/>
          <a:lstStyle>
            <a:lvl1pPr>
              <a:defRPr lang="de-DE" sz="1999" b="1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Agenda-Titel eingeben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8739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406313C-DFC9-469D-8614-FBA90886DD38}" type="datetime1">
              <a:rPr lang="en-GB" smtClean="0"/>
              <a:t>02/02/2026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1"/>
          </p:nvPr>
        </p:nvSpPr>
        <p:spPr>
          <a:xfrm>
            <a:off x="806031" y="1449389"/>
            <a:ext cx="11048009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0277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6D264-2F1A-47F8-BED1-DA99BD287BAF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11048009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6"/>
          </p:nvPr>
        </p:nvSpPr>
        <p:spPr>
          <a:xfrm>
            <a:off x="806031" y="1449389"/>
            <a:ext cx="536137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Inhaltsplatzhalter 6"/>
          <p:cNvSpPr>
            <a:spLocks noGrp="1"/>
          </p:cNvSpPr>
          <p:nvPr>
            <p:ph sz="quarter" idx="27"/>
          </p:nvPr>
        </p:nvSpPr>
        <p:spPr>
          <a:xfrm>
            <a:off x="6492669" y="1449389"/>
            <a:ext cx="536137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9245144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318AB04-C01E-479C-BC7C-1F016ECFB31D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031" y="1449389"/>
            <a:ext cx="5361783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01686" y="1449389"/>
            <a:ext cx="5351180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5"/>
          </p:nvPr>
        </p:nvSpPr>
        <p:spPr>
          <a:xfrm>
            <a:off x="806031" y="1881189"/>
            <a:ext cx="5361371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5" name="Inhaltsplatzhalter 4"/>
          <p:cNvSpPr>
            <a:spLocks noGrp="1"/>
          </p:cNvSpPr>
          <p:nvPr>
            <p:ph sz="quarter" idx="26"/>
          </p:nvPr>
        </p:nvSpPr>
        <p:spPr>
          <a:xfrm>
            <a:off x="6491083" y="1881189"/>
            <a:ext cx="5361371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631474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und Bild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7427913" y="333375"/>
            <a:ext cx="4426127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Bild über das Bild-Icon einfügen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DA3BD-E072-4C59-A401-D51295FB05CC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2"/>
          </p:nvPr>
        </p:nvSpPr>
        <p:spPr>
          <a:xfrm>
            <a:off x="806030" y="1449389"/>
            <a:ext cx="633400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30" y="334040"/>
            <a:ext cx="6334002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6334001" cy="684213"/>
          </a:xfrm>
        </p:spPr>
        <p:txBody>
          <a:bodyPr/>
          <a:lstStyle>
            <a:lvl1pPr>
              <a:lnSpc>
                <a:spcPct val="100000"/>
              </a:lnSpc>
              <a:defRPr sz="2799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20965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BA844AD-C68C-4970-805E-BF134659F233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4223923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9BB54-4E32-429D-B562-D3905A9FF108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03852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5D100-EB17-426A-B449-C3470FA29998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-1"/>
            <a:ext cx="12192000" cy="6200775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Bild über das Bild-Icon einfügen</a:t>
            </a:r>
          </a:p>
        </p:txBody>
      </p:sp>
    </p:spTree>
    <p:extLst>
      <p:ext uri="{BB962C8B-B14F-4D97-AF65-F5344CB8AC3E}">
        <p14:creationId xmlns:p14="http://schemas.microsoft.com/office/powerpoint/2010/main" val="74012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0F6D0-98E4-D431-E92E-ECD96349E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FD4390-780A-2A4D-315B-CFA5E8819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3E340A-092C-F29B-773F-F5B00E7B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913D8-0B24-4D14-A8E4-0C35EB011D58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1D9F8B-33B0-6767-AC33-7123BD13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44D18-6E67-F6FC-941C-48EB1C8A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3043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mas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399">
              <a:solidFill>
                <a:schemeClr val="tx1"/>
              </a:solidFill>
            </a:endParaRPr>
          </a:p>
        </p:txBody>
      </p:sp>
      <p:sp>
        <p:nvSpPr>
          <p:cNvPr id="21" name="Freihandform 20"/>
          <p:cNvSpPr/>
          <p:nvPr/>
        </p:nvSpPr>
        <p:spPr>
          <a:xfrm>
            <a:off x="3973335" y="679932"/>
            <a:ext cx="8218666" cy="6187327"/>
          </a:xfrm>
          <a:custGeom>
            <a:avLst/>
            <a:gdLst>
              <a:gd name="connsiteX0" fmla="*/ 5924544 w 8222947"/>
              <a:gd name="connsiteY0" fmla="*/ 885 h 6187327"/>
              <a:gd name="connsiteX1" fmla="*/ 6308590 w 8222947"/>
              <a:gd name="connsiteY1" fmla="*/ 41571 h 6187327"/>
              <a:gd name="connsiteX2" fmla="*/ 8006972 w 8222947"/>
              <a:gd name="connsiteY2" fmla="*/ 1782211 h 6187327"/>
              <a:gd name="connsiteX3" fmla="*/ 8214187 w 8222947"/>
              <a:gd name="connsiteY3" fmla="*/ 2329511 h 6187327"/>
              <a:gd name="connsiteX4" fmla="*/ 8222947 w 8222947"/>
              <a:gd name="connsiteY4" fmla="*/ 2362752 h 6187327"/>
              <a:gd name="connsiteX5" fmla="*/ 8222947 w 8222947"/>
              <a:gd name="connsiteY5" fmla="*/ 4688892 h 6187327"/>
              <a:gd name="connsiteX6" fmla="*/ 8207914 w 8222947"/>
              <a:gd name="connsiteY6" fmla="*/ 4742881 h 6187327"/>
              <a:gd name="connsiteX7" fmla="*/ 7556423 w 8222947"/>
              <a:gd name="connsiteY7" fmla="*/ 6028617 h 6187327"/>
              <a:gd name="connsiteX8" fmla="*/ 7425161 w 8222947"/>
              <a:gd name="connsiteY8" fmla="*/ 6187327 h 6187327"/>
              <a:gd name="connsiteX9" fmla="*/ 1006577 w 8222947"/>
              <a:gd name="connsiteY9" fmla="*/ 6187327 h 6187327"/>
              <a:gd name="connsiteX10" fmla="*/ 850964 w 8222947"/>
              <a:gd name="connsiteY10" fmla="*/ 5995980 h 6187327"/>
              <a:gd name="connsiteX11" fmla="*/ 422250 w 8222947"/>
              <a:gd name="connsiteY11" fmla="*/ 5267019 h 6187327"/>
              <a:gd name="connsiteX12" fmla="*/ 142610 w 8222947"/>
              <a:gd name="connsiteY12" fmla="*/ 2830055 h 6187327"/>
              <a:gd name="connsiteX13" fmla="*/ 3539677 w 8222947"/>
              <a:gd name="connsiteY13" fmla="*/ 2265216 h 6187327"/>
              <a:gd name="connsiteX14" fmla="*/ 5924544 w 8222947"/>
              <a:gd name="connsiteY14" fmla="*/ 885 h 618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222947" h="6187327">
                <a:moveTo>
                  <a:pt x="5924544" y="885"/>
                </a:moveTo>
                <a:cubicBezTo>
                  <a:pt x="6041007" y="-3625"/>
                  <a:pt x="6168271" y="8957"/>
                  <a:pt x="6308590" y="41571"/>
                </a:cubicBezTo>
                <a:cubicBezTo>
                  <a:pt x="6952725" y="190142"/>
                  <a:pt x="7634399" y="972436"/>
                  <a:pt x="8006972" y="1782211"/>
                </a:cubicBezTo>
                <a:cubicBezTo>
                  <a:pt x="8089782" y="1962218"/>
                  <a:pt x="8158705" y="2145053"/>
                  <a:pt x="8214187" y="2329511"/>
                </a:cubicBezTo>
                <a:lnTo>
                  <a:pt x="8222947" y="2362752"/>
                </a:lnTo>
                <a:lnTo>
                  <a:pt x="8222947" y="4688892"/>
                </a:lnTo>
                <a:lnTo>
                  <a:pt x="8207914" y="4742881"/>
                </a:lnTo>
                <a:cubicBezTo>
                  <a:pt x="8067235" y="5203851"/>
                  <a:pt x="7847382" y="5639692"/>
                  <a:pt x="7556423" y="6028617"/>
                </a:cubicBezTo>
                <a:lnTo>
                  <a:pt x="7425161" y="6187327"/>
                </a:lnTo>
                <a:lnTo>
                  <a:pt x="1006577" y="6187327"/>
                </a:lnTo>
                <a:lnTo>
                  <a:pt x="850964" y="5995980"/>
                </a:lnTo>
                <a:cubicBezTo>
                  <a:pt x="686863" y="5772304"/>
                  <a:pt x="542722" y="5528860"/>
                  <a:pt x="422250" y="5267019"/>
                </a:cubicBezTo>
                <a:cubicBezTo>
                  <a:pt x="50312" y="4458802"/>
                  <a:pt x="-155418" y="3502075"/>
                  <a:pt x="142610" y="2830055"/>
                </a:cubicBezTo>
                <a:cubicBezTo>
                  <a:pt x="788131" y="1375996"/>
                  <a:pt x="2271479" y="2908304"/>
                  <a:pt x="3539677" y="2265216"/>
                </a:cubicBezTo>
                <a:cubicBezTo>
                  <a:pt x="4682264" y="1685095"/>
                  <a:pt x="4798738" y="44473"/>
                  <a:pt x="5924544" y="88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399">
              <a:solidFill>
                <a:schemeClr val="tx1"/>
              </a:solidFill>
            </a:endParaRPr>
          </a:p>
        </p:txBody>
      </p:sp>
      <p:sp>
        <p:nvSpPr>
          <p:cNvPr id="12" name="Freihandform 11"/>
          <p:cNvSpPr/>
          <p:nvPr/>
        </p:nvSpPr>
        <p:spPr>
          <a:xfrm>
            <a:off x="5639470" y="1910669"/>
            <a:ext cx="6552531" cy="4947333"/>
          </a:xfrm>
          <a:custGeom>
            <a:avLst/>
            <a:gdLst>
              <a:gd name="connsiteX0" fmla="*/ 4854063 w 6552531"/>
              <a:gd name="connsiteY0" fmla="*/ 7 h 4947333"/>
              <a:gd name="connsiteX1" fmla="*/ 5071206 w 6552531"/>
              <a:gd name="connsiteY1" fmla="*/ 27731 h 4947333"/>
              <a:gd name="connsiteX2" fmla="*/ 6551503 w 6552531"/>
              <a:gd name="connsiteY2" fmla="*/ 1809287 h 4947333"/>
              <a:gd name="connsiteX3" fmla="*/ 6552531 w 6552531"/>
              <a:gd name="connsiteY3" fmla="*/ 1812764 h 4947333"/>
              <a:gd name="connsiteX4" fmla="*/ 6552531 w 6552531"/>
              <a:gd name="connsiteY4" fmla="*/ 3922236 h 4947333"/>
              <a:gd name="connsiteX5" fmla="*/ 6508354 w 6552531"/>
              <a:gd name="connsiteY5" fmla="*/ 4056281 h 4947333"/>
              <a:gd name="connsiteX6" fmla="*/ 6167266 w 6552531"/>
              <a:gd name="connsiteY6" fmla="*/ 4753897 h 4947333"/>
              <a:gd name="connsiteX7" fmla="*/ 6033717 w 6552531"/>
              <a:gd name="connsiteY7" fmla="*/ 4947333 h 4947333"/>
              <a:gd name="connsiteX8" fmla="*/ 688221 w 6552531"/>
              <a:gd name="connsiteY8" fmla="*/ 4947333 h 4947333"/>
              <a:gd name="connsiteX9" fmla="*/ 669155 w 6552531"/>
              <a:gd name="connsiteY9" fmla="*/ 4921952 h 4947333"/>
              <a:gd name="connsiteX10" fmla="*/ 159446 w 6552531"/>
              <a:gd name="connsiteY10" fmla="*/ 3896401 h 4947333"/>
              <a:gd name="connsiteX11" fmla="*/ 44617 w 6552531"/>
              <a:gd name="connsiteY11" fmla="*/ 3440846 h 4947333"/>
              <a:gd name="connsiteX12" fmla="*/ 40529 w 6552531"/>
              <a:gd name="connsiteY12" fmla="*/ 3406626 h 4947333"/>
              <a:gd name="connsiteX13" fmla="*/ 39476 w 6552531"/>
              <a:gd name="connsiteY13" fmla="*/ 3401514 h 4947333"/>
              <a:gd name="connsiteX14" fmla="*/ 482859 w 6552531"/>
              <a:gd name="connsiteY14" fmla="*/ 1876033 h 4947333"/>
              <a:gd name="connsiteX15" fmla="*/ 896951 w 6552531"/>
              <a:gd name="connsiteY15" fmla="*/ 1759366 h 4947333"/>
              <a:gd name="connsiteX16" fmla="*/ 1369778 w 6552531"/>
              <a:gd name="connsiteY16" fmla="*/ 1839493 h 4947333"/>
              <a:gd name="connsiteX17" fmla="*/ 1408346 w 6552531"/>
              <a:gd name="connsiteY17" fmla="*/ 1854656 h 4947333"/>
              <a:gd name="connsiteX18" fmla="*/ 1515289 w 6552531"/>
              <a:gd name="connsiteY18" fmla="*/ 1876395 h 4947333"/>
              <a:gd name="connsiteX19" fmla="*/ 2860708 w 6552531"/>
              <a:gd name="connsiteY19" fmla="*/ 1855646 h 4947333"/>
              <a:gd name="connsiteX20" fmla="*/ 3877062 w 6552531"/>
              <a:gd name="connsiteY20" fmla="*/ 691198 h 4947333"/>
              <a:gd name="connsiteX21" fmla="*/ 4633989 w 6552531"/>
              <a:gd name="connsiteY21" fmla="*/ 13545 h 4947333"/>
              <a:gd name="connsiteX22" fmla="*/ 4683323 w 6552531"/>
              <a:gd name="connsiteY22" fmla="*/ 9490 h 4947333"/>
              <a:gd name="connsiteX23" fmla="*/ 4720135 w 6552531"/>
              <a:gd name="connsiteY23" fmla="*/ 11657 h 4947333"/>
              <a:gd name="connsiteX24" fmla="*/ 4746809 w 6552531"/>
              <a:gd name="connsiteY24" fmla="*/ 6469 h 4947333"/>
              <a:gd name="connsiteX25" fmla="*/ 4854063 w 6552531"/>
              <a:gd name="connsiteY25" fmla="*/ 7 h 494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552531" h="4947333">
                <a:moveTo>
                  <a:pt x="4854063" y="7"/>
                </a:moveTo>
                <a:cubicBezTo>
                  <a:pt x="4925952" y="311"/>
                  <a:pt x="4998520" y="9743"/>
                  <a:pt x="5071206" y="27731"/>
                </a:cubicBezTo>
                <a:cubicBezTo>
                  <a:pt x="5652694" y="171645"/>
                  <a:pt x="6241767" y="863160"/>
                  <a:pt x="6551503" y="1809287"/>
                </a:cubicBezTo>
                <a:lnTo>
                  <a:pt x="6552531" y="1812764"/>
                </a:lnTo>
                <a:lnTo>
                  <a:pt x="6552531" y="3922236"/>
                </a:lnTo>
                <a:lnTo>
                  <a:pt x="6508354" y="4056281"/>
                </a:lnTo>
                <a:cubicBezTo>
                  <a:pt x="6420252" y="4303320"/>
                  <a:pt x="6305352" y="4537096"/>
                  <a:pt x="6167266" y="4753897"/>
                </a:cubicBezTo>
                <a:lnTo>
                  <a:pt x="6033717" y="4947333"/>
                </a:lnTo>
                <a:lnTo>
                  <a:pt x="688221" y="4947333"/>
                </a:lnTo>
                <a:lnTo>
                  <a:pt x="669155" y="4921952"/>
                </a:lnTo>
                <a:cubicBezTo>
                  <a:pt x="462010" y="4623316"/>
                  <a:pt x="290452" y="4280274"/>
                  <a:pt x="159446" y="3896401"/>
                </a:cubicBezTo>
                <a:cubicBezTo>
                  <a:pt x="110759" y="3753734"/>
                  <a:pt x="70478" y="3595787"/>
                  <a:pt x="44617" y="3440846"/>
                </a:cubicBezTo>
                <a:lnTo>
                  <a:pt x="40529" y="3406626"/>
                </a:lnTo>
                <a:lnTo>
                  <a:pt x="39476" y="3401514"/>
                </a:lnTo>
                <a:cubicBezTo>
                  <a:pt x="-78551" y="2709645"/>
                  <a:pt x="67748" y="2122061"/>
                  <a:pt x="482859" y="1876033"/>
                </a:cubicBezTo>
                <a:cubicBezTo>
                  <a:pt x="607393" y="1802224"/>
                  <a:pt x="747277" y="1764396"/>
                  <a:pt x="896951" y="1759366"/>
                </a:cubicBezTo>
                <a:cubicBezTo>
                  <a:pt x="1046624" y="1754337"/>
                  <a:pt x="1206087" y="1782107"/>
                  <a:pt x="1369778" y="1839493"/>
                </a:cubicBezTo>
                <a:lnTo>
                  <a:pt x="1408346" y="1854656"/>
                </a:lnTo>
                <a:lnTo>
                  <a:pt x="1515289" y="1876395"/>
                </a:lnTo>
                <a:cubicBezTo>
                  <a:pt x="1867428" y="1960511"/>
                  <a:pt x="2467079" y="2053179"/>
                  <a:pt x="2860708" y="1855646"/>
                </a:cubicBezTo>
                <a:cubicBezTo>
                  <a:pt x="3254336" y="1658114"/>
                  <a:pt x="3625995" y="1062372"/>
                  <a:pt x="3877062" y="691198"/>
                </a:cubicBezTo>
                <a:cubicBezTo>
                  <a:pt x="4155238" y="279949"/>
                  <a:pt x="4374413" y="55026"/>
                  <a:pt x="4633989" y="13545"/>
                </a:cubicBezTo>
                <a:cubicBezTo>
                  <a:pt x="4650213" y="10953"/>
                  <a:pt x="4666671" y="9635"/>
                  <a:pt x="4683323" y="9490"/>
                </a:cubicBezTo>
                <a:lnTo>
                  <a:pt x="4720135" y="11657"/>
                </a:lnTo>
                <a:lnTo>
                  <a:pt x="4746809" y="6469"/>
                </a:lnTo>
                <a:cubicBezTo>
                  <a:pt x="4782344" y="1985"/>
                  <a:pt x="4818118" y="-145"/>
                  <a:pt x="4854063" y="7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399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36181" y="3239458"/>
            <a:ext cx="6787409" cy="1097269"/>
          </a:xfrm>
        </p:spPr>
        <p:txBody>
          <a:bodyPr lIns="0" tIns="0" bIns="0" anchor="b">
            <a:normAutofit/>
          </a:bodyPr>
          <a:lstStyle>
            <a:lvl1pPr>
              <a:lnSpc>
                <a:spcPct val="100000"/>
              </a:lnSpc>
              <a:defRPr sz="3198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 Titelfolie</a:t>
            </a:r>
            <a:endParaRPr lang="de-CH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1531" y="1533510"/>
            <a:ext cx="2690418" cy="1264388"/>
          </a:xfrm>
          <a:prstGeom prst="rect">
            <a:avLst/>
          </a:prstGeo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830948" y="5641975"/>
            <a:ext cx="1444347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1199">
                <a:latin typeface="+mn-lt"/>
              </a:defRPr>
            </a:lvl1pPr>
          </a:lstStyle>
          <a:p>
            <a:fld id="{D56B93CC-4366-4DE3-B3C2-F4F32A4713ED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9B772D-4EEB-40F5-B989-5B158C414958}"/>
              </a:ext>
            </a:extLst>
          </p:cNvPr>
          <p:cNvSpPr/>
          <p:nvPr/>
        </p:nvSpPr>
        <p:spPr>
          <a:xfrm>
            <a:off x="0" y="6723258"/>
            <a:ext cx="12192000" cy="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399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6181" y="6200774"/>
            <a:ext cx="5538872" cy="4213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199">
                <a:latin typeface="+mn-lt"/>
              </a:defRPr>
            </a:lvl1pPr>
          </a:lstStyle>
          <a:p>
            <a:pPr lvl="0"/>
            <a:r>
              <a:rPr lang="de-CH"/>
              <a:t>Departement / Abteilung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6181" y="4410389"/>
            <a:ext cx="6787409" cy="8603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999" b="1" baseline="0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830949" y="5342714"/>
            <a:ext cx="5544105" cy="18466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marR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9">
                <a:latin typeface="+mn-lt"/>
              </a:defRPr>
            </a:lvl1pPr>
            <a:lvl2pPr marL="360182" indent="0">
              <a:buNone/>
              <a:defRPr/>
            </a:lvl2pPr>
            <a:lvl3pPr marL="718778" indent="0">
              <a:buNone/>
              <a:defRPr/>
            </a:lvl3pPr>
            <a:lvl4pPr marL="1077373" indent="0">
              <a:buNone/>
              <a:defRPr/>
            </a:lvl4pPr>
            <a:lvl5pPr marL="1437556" indent="0">
              <a:buNone/>
              <a:defRPr/>
            </a:lvl5pPr>
          </a:lstStyle>
          <a:p>
            <a:pPr marL="0" marR="0" lvl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99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</p:spTree>
    <p:extLst>
      <p:ext uri="{BB962C8B-B14F-4D97-AF65-F5344CB8AC3E}">
        <p14:creationId xmlns:p14="http://schemas.microsoft.com/office/powerpoint/2010/main" val="34507100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335">
          <p15:clr>
            <a:srgbClr val="FBAE40"/>
          </p15:clr>
        </p15:guide>
        <p15:guide id="3" pos="30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6442" y="5947634"/>
            <a:ext cx="1557598" cy="732008"/>
          </a:xfrm>
          <a:prstGeom prst="rect">
            <a:avLst/>
          </a:prstGeom>
        </p:spPr>
      </p:pic>
      <p:sp>
        <p:nvSpPr>
          <p:cNvPr id="14" name="Bildplatzhalter 13" descr="Hier Titelbild einfügen" title="Titelbild">
            <a:extLst>
              <a:ext uri="{FF2B5EF4-FFF2-40B4-BE49-F238E27FC236}">
                <a16:creationId xmlns:a16="http://schemas.microsoft.com/office/drawing/2014/main" id="{1DE6A71F-9A5B-4F1D-A226-20EDC05C37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5772670"/>
          </a:xfrm>
          <a:prstGeom prst="rect">
            <a:avLst/>
          </a:prstGeom>
          <a:solidFill>
            <a:schemeClr val="bg2"/>
          </a:solidFill>
        </p:spPr>
        <p:txBody>
          <a:bodyPr lIns="216000" tIns="108000" anchor="t" anchorCtr="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Tipp: Zuerst das Bild einfügen (über das Bild-Icon), dann den Titel eingeben.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335752" y="3427354"/>
            <a:ext cx="5954290" cy="797311"/>
          </a:xfrm>
          <a:solidFill>
            <a:srgbClr val="FFFFFF">
              <a:alpha val="80000"/>
            </a:srgbClr>
          </a:solidFill>
        </p:spPr>
        <p:txBody>
          <a:bodyPr wrap="square" lIns="108000" tIns="72000" rIns="108000" bIns="108000" anchor="b" anchorCtr="0">
            <a:spAutoFit/>
          </a:bodyPr>
          <a:lstStyle>
            <a:lvl1pPr algn="l">
              <a:lnSpc>
                <a:spcPct val="100000"/>
              </a:lnSpc>
              <a:defRPr sz="3998" b="1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Überschrift Titelfolie</a:t>
            </a:r>
            <a:endParaRPr lang="de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326069" y="6453188"/>
            <a:ext cx="3375587" cy="17938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199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F9AB770-86C7-4C4A-9048-E428CE023D74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8043DE-5E81-43FD-995B-4B17DF0265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5314" y="4224664"/>
            <a:ext cx="4061884" cy="489534"/>
          </a:xfrm>
          <a:prstGeom prst="rect">
            <a:avLst/>
          </a:prstGeom>
          <a:solidFill>
            <a:srgbClr val="D72864">
              <a:alpha val="80000"/>
            </a:srgbClr>
          </a:solidFill>
        </p:spPr>
        <p:txBody>
          <a:bodyPr wrap="square" lIns="108000" tIns="72000" rIns="108000" bIns="108000" anchor="t" anchorCtr="0">
            <a:spAutoFit/>
          </a:bodyPr>
          <a:lstStyle>
            <a:lvl1pPr marL="0" indent="0">
              <a:buNone/>
              <a:defRPr sz="1999" baseline="0">
                <a:solidFill>
                  <a:schemeClr val="bg1"/>
                </a:solidFill>
              </a:defRPr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326069" y="5949950"/>
            <a:ext cx="3363301" cy="5032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9"/>
            </a:lvl1pPr>
            <a:lvl2pPr marL="360182" indent="0">
              <a:buNone/>
              <a:defRPr/>
            </a:lvl2pPr>
            <a:lvl3pPr marL="718778" indent="0">
              <a:buNone/>
              <a:defRPr/>
            </a:lvl3pPr>
            <a:lvl4pPr marL="1077373" indent="0">
              <a:buNone/>
              <a:defRPr/>
            </a:lvl4pPr>
            <a:lvl5pPr marL="1437556" indent="0">
              <a:buNone/>
              <a:defRPr/>
            </a:lvl5pPr>
          </a:lstStyle>
          <a:p>
            <a:pPr marL="0" marR="0" lvl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99" b="0" i="0" u="none" strike="noStrike" kern="1200" cap="none" spc="0" normalizeH="0" baseline="0" noProof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031" y="5949950"/>
            <a:ext cx="4529722" cy="6477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199">
                <a:latin typeface="+mn-lt"/>
              </a:defRPr>
            </a:lvl1pPr>
          </a:lstStyle>
          <a:p>
            <a:pPr lvl="0"/>
            <a:r>
              <a:rPr lang="de-CH"/>
              <a:t>Departement / Abteilung</a:t>
            </a:r>
          </a:p>
        </p:txBody>
      </p:sp>
    </p:spTree>
    <p:extLst>
      <p:ext uri="{BB962C8B-B14F-4D97-AF65-F5344CB8AC3E}">
        <p14:creationId xmlns:p14="http://schemas.microsoft.com/office/powerpoint/2010/main" val="9626143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08">
          <p15:clr>
            <a:srgbClr val="FBAE40"/>
          </p15:clr>
        </p15:guide>
        <p15:guide id="2" pos="2663">
          <p15:clr>
            <a:srgbClr val="FBAE40"/>
          </p15:clr>
        </p15:guide>
        <p15:guide id="3" orient="horz" pos="2659">
          <p15:clr>
            <a:srgbClr val="FBAE40"/>
          </p15:clr>
        </p15:guide>
        <p15:guide id="8" pos="5223">
          <p15:clr>
            <a:srgbClr val="FBAE40"/>
          </p15:clr>
        </p15:guide>
        <p15:guide id="9" orient="horz" pos="3748">
          <p15:clr>
            <a:srgbClr val="FBAE40"/>
          </p15:clr>
        </p15:guide>
        <p15:guide id="10" pos="336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0B9808-3D91-4B59-ACC7-2BBFCFEC2D33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806030" y="6453187"/>
            <a:ext cx="5361371" cy="236900"/>
          </a:xfrm>
        </p:spPr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6491082" y="333375"/>
            <a:ext cx="5362958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Bild über das Bild-Icon einfügen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029" y="2213150"/>
            <a:ext cx="5361372" cy="1917733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806031" y="333375"/>
            <a:ext cx="5361371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198" baseline="0"/>
            </a:lvl1pPr>
          </a:lstStyle>
          <a:p>
            <a:r>
              <a:rPr lang="de-DE"/>
              <a:t>Titel Abschnittsfolie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558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qu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3850783"/>
            <a:ext cx="12192000" cy="2349992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Bild über das Bild-Icon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06031" y="333375"/>
            <a:ext cx="11048009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198"/>
            </a:lvl1pPr>
          </a:lstStyle>
          <a:p>
            <a:r>
              <a:rPr lang="de-DE"/>
              <a:t>Titel Abschnittsfolie</a:t>
            </a:r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6D7EB-6F03-4A91-99B1-6193EA3FBCF4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030" y="2213150"/>
            <a:ext cx="7367796" cy="1398501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797572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031" y="1449387"/>
            <a:ext cx="11048009" cy="4751387"/>
          </a:xfrm>
          <a:prstGeom prst="rect">
            <a:avLst/>
          </a:prstGeom>
        </p:spPr>
        <p:txBody>
          <a:bodyPr numCol="2" spcCol="288000">
            <a:normAutofit/>
          </a:bodyPr>
          <a:lstStyle>
            <a:lvl1pPr marL="342729" marR="0" indent="-342729" algn="l" defTabSz="609463" rtl="0" eaLnBrk="1" fontAlgn="auto" latinLnBrk="0" hangingPunct="1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999" baseline="0"/>
            </a:lvl1pPr>
            <a:lvl2pPr marL="360183" indent="-360183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SzPct val="120000"/>
              <a:buFontTx/>
              <a:buBlip>
                <a:blip r:embed="rId2"/>
              </a:buBlip>
              <a:defRPr sz="1999" b="1" baseline="0"/>
            </a:lvl2pPr>
            <a:lvl3pPr marL="628336" indent="-26815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baseline="0"/>
            </a:lvl3pPr>
            <a:lvl4pPr marL="894902" indent="-206272">
              <a:spcBef>
                <a:spcPts val="400"/>
              </a:spcBef>
              <a:spcAft>
                <a:spcPts val="0"/>
              </a:spcAft>
              <a:defRPr/>
            </a:lvl4pPr>
            <a:lvl5pPr marL="1163056" indent="-230073">
              <a:spcBef>
                <a:spcPts val="4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de-DE"/>
              <a:t>Thema 1 [Ebene 1]</a:t>
            </a:r>
          </a:p>
          <a:p>
            <a:pPr lvl="1"/>
            <a:r>
              <a:rPr lang="de-DE"/>
              <a:t>Thema 2 aktiv [Ebene 2]</a:t>
            </a:r>
          </a:p>
          <a:p>
            <a:pPr lvl="2"/>
            <a:r>
              <a:rPr lang="de-DE"/>
              <a:t>Unterthema 1 [Ebene 3]</a:t>
            </a:r>
          </a:p>
          <a:p>
            <a:pPr lvl="2"/>
            <a:r>
              <a:rPr lang="de-DE"/>
              <a:t>Unterthema 2 [Ebene 3]</a:t>
            </a:r>
          </a:p>
          <a:p>
            <a:pPr marL="342729" marR="0" lvl="0" indent="-342729" algn="l" defTabSz="609463" rtl="0" eaLnBrk="1" fontAlgn="auto" latinLnBrk="0" hangingPunct="1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de-DE"/>
              <a:t>Thema 3 [Ebene 1]</a:t>
            </a:r>
          </a:p>
          <a:p>
            <a:pPr lvl="0"/>
            <a:endParaRPr lang="de-DE"/>
          </a:p>
          <a:p>
            <a:pPr lvl="2"/>
            <a:endParaRPr lang="de-DE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9387916-6C42-48A9-864B-4D9559E9DBDA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2868" y="6244316"/>
            <a:ext cx="1339527" cy="629524"/>
          </a:xfrm>
          <a:prstGeom prst="rect">
            <a:avLst/>
          </a:prstGeom>
        </p:spPr>
      </p:pic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806031" y="333377"/>
            <a:ext cx="11048009" cy="287337"/>
          </a:xfrm>
        </p:spPr>
        <p:txBody>
          <a:bodyPr/>
          <a:lstStyle>
            <a:lvl1pPr>
              <a:defRPr lang="de-DE" sz="1999" b="1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/>
              <a:t>Agenda-Titel eingeben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485296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831AD19-2E72-4230-9EAC-781CE5F2843B}" type="datetime1">
              <a:rPr lang="en-GB" smtClean="0"/>
              <a:t>02/02/2026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1"/>
          </p:nvPr>
        </p:nvSpPr>
        <p:spPr>
          <a:xfrm>
            <a:off x="806031" y="1449389"/>
            <a:ext cx="11048009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519454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00FB-622B-4D76-8618-02CC2A768B48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11048009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6"/>
          </p:nvPr>
        </p:nvSpPr>
        <p:spPr>
          <a:xfrm>
            <a:off x="806031" y="1449389"/>
            <a:ext cx="536137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Inhaltsplatzhalter 6"/>
          <p:cNvSpPr>
            <a:spLocks noGrp="1"/>
          </p:cNvSpPr>
          <p:nvPr>
            <p:ph sz="quarter" idx="27"/>
          </p:nvPr>
        </p:nvSpPr>
        <p:spPr>
          <a:xfrm>
            <a:off x="6492669" y="1449389"/>
            <a:ext cx="536137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8013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DD0143F-006D-4689-AB34-3FCC5E5A8E3B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031" y="1449389"/>
            <a:ext cx="5361783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01686" y="1449389"/>
            <a:ext cx="5351180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Überschrift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5"/>
          </p:nvPr>
        </p:nvSpPr>
        <p:spPr>
          <a:xfrm>
            <a:off x="806031" y="1881189"/>
            <a:ext cx="5361371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5" name="Inhaltsplatzhalter 4"/>
          <p:cNvSpPr>
            <a:spLocks noGrp="1"/>
          </p:cNvSpPr>
          <p:nvPr>
            <p:ph sz="quarter" idx="26"/>
          </p:nvPr>
        </p:nvSpPr>
        <p:spPr>
          <a:xfrm>
            <a:off x="6491083" y="1881189"/>
            <a:ext cx="5361371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091937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und Bild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7427913" y="333375"/>
            <a:ext cx="4426127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Bild über das Bild-Icon einfügen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0AD03-19E9-41FE-A7F9-0BFF81008150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2"/>
          </p:nvPr>
        </p:nvSpPr>
        <p:spPr>
          <a:xfrm>
            <a:off x="806030" y="1449389"/>
            <a:ext cx="633400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30" y="334040"/>
            <a:ext cx="6334002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6334001" cy="684213"/>
          </a:xfrm>
        </p:spPr>
        <p:txBody>
          <a:bodyPr/>
          <a:lstStyle>
            <a:lvl1pPr>
              <a:lnSpc>
                <a:spcPct val="100000"/>
              </a:lnSpc>
              <a:defRPr sz="2799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96314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F591A64-26E5-4077-9BA0-E9BD15A14019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897486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2DE8B-923D-4015-8CB5-BAF6A6480190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8817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8D389C-2950-457A-BCB4-33E1B552FF3F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-1"/>
            <a:ext cx="12192000" cy="6200775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/>
              <a:t>Bild über das Bild-Icon einfügen</a:t>
            </a:r>
          </a:p>
        </p:txBody>
      </p:sp>
    </p:spTree>
    <p:extLst>
      <p:ext uri="{BB962C8B-B14F-4D97-AF65-F5344CB8AC3E}">
        <p14:creationId xmlns:p14="http://schemas.microsoft.com/office/powerpoint/2010/main" val="3832933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B0F6D0-98E4-D431-E92E-ECD96349E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FD4390-780A-2A4D-315B-CFA5E8819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GB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3E340A-092C-F29B-773F-F5B00E7B8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D6CF02-34AF-4811-A20A-0BB8A2C91E41}" type="datetime1">
              <a:rPr lang="en-GB" smtClean="0"/>
              <a:t>02/02/2026</a:t>
            </a:fld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1D9F8B-33B0-6767-AC33-7123BD130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444D18-6E67-F6FC-941C-48EB1C8A1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0167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mas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399" dirty="0">
              <a:solidFill>
                <a:schemeClr val="tx1"/>
              </a:solidFill>
            </a:endParaRPr>
          </a:p>
        </p:txBody>
      </p:sp>
      <p:sp>
        <p:nvSpPr>
          <p:cNvPr id="21" name="Freihandform 20"/>
          <p:cNvSpPr/>
          <p:nvPr/>
        </p:nvSpPr>
        <p:spPr>
          <a:xfrm>
            <a:off x="3973335" y="679932"/>
            <a:ext cx="8218666" cy="6187327"/>
          </a:xfrm>
          <a:custGeom>
            <a:avLst/>
            <a:gdLst>
              <a:gd name="connsiteX0" fmla="*/ 5924544 w 8222947"/>
              <a:gd name="connsiteY0" fmla="*/ 885 h 6187327"/>
              <a:gd name="connsiteX1" fmla="*/ 6308590 w 8222947"/>
              <a:gd name="connsiteY1" fmla="*/ 41571 h 6187327"/>
              <a:gd name="connsiteX2" fmla="*/ 8006972 w 8222947"/>
              <a:gd name="connsiteY2" fmla="*/ 1782211 h 6187327"/>
              <a:gd name="connsiteX3" fmla="*/ 8214187 w 8222947"/>
              <a:gd name="connsiteY3" fmla="*/ 2329511 h 6187327"/>
              <a:gd name="connsiteX4" fmla="*/ 8222947 w 8222947"/>
              <a:gd name="connsiteY4" fmla="*/ 2362752 h 6187327"/>
              <a:gd name="connsiteX5" fmla="*/ 8222947 w 8222947"/>
              <a:gd name="connsiteY5" fmla="*/ 4688892 h 6187327"/>
              <a:gd name="connsiteX6" fmla="*/ 8207914 w 8222947"/>
              <a:gd name="connsiteY6" fmla="*/ 4742881 h 6187327"/>
              <a:gd name="connsiteX7" fmla="*/ 7556423 w 8222947"/>
              <a:gd name="connsiteY7" fmla="*/ 6028617 h 6187327"/>
              <a:gd name="connsiteX8" fmla="*/ 7425161 w 8222947"/>
              <a:gd name="connsiteY8" fmla="*/ 6187327 h 6187327"/>
              <a:gd name="connsiteX9" fmla="*/ 1006577 w 8222947"/>
              <a:gd name="connsiteY9" fmla="*/ 6187327 h 6187327"/>
              <a:gd name="connsiteX10" fmla="*/ 850964 w 8222947"/>
              <a:gd name="connsiteY10" fmla="*/ 5995980 h 6187327"/>
              <a:gd name="connsiteX11" fmla="*/ 422250 w 8222947"/>
              <a:gd name="connsiteY11" fmla="*/ 5267019 h 6187327"/>
              <a:gd name="connsiteX12" fmla="*/ 142610 w 8222947"/>
              <a:gd name="connsiteY12" fmla="*/ 2830055 h 6187327"/>
              <a:gd name="connsiteX13" fmla="*/ 3539677 w 8222947"/>
              <a:gd name="connsiteY13" fmla="*/ 2265216 h 6187327"/>
              <a:gd name="connsiteX14" fmla="*/ 5924544 w 8222947"/>
              <a:gd name="connsiteY14" fmla="*/ 885 h 618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222947" h="6187327">
                <a:moveTo>
                  <a:pt x="5924544" y="885"/>
                </a:moveTo>
                <a:cubicBezTo>
                  <a:pt x="6041007" y="-3625"/>
                  <a:pt x="6168271" y="8957"/>
                  <a:pt x="6308590" y="41571"/>
                </a:cubicBezTo>
                <a:cubicBezTo>
                  <a:pt x="6952725" y="190142"/>
                  <a:pt x="7634399" y="972436"/>
                  <a:pt x="8006972" y="1782211"/>
                </a:cubicBezTo>
                <a:cubicBezTo>
                  <a:pt x="8089782" y="1962218"/>
                  <a:pt x="8158705" y="2145053"/>
                  <a:pt x="8214187" y="2329511"/>
                </a:cubicBezTo>
                <a:lnTo>
                  <a:pt x="8222947" y="2362752"/>
                </a:lnTo>
                <a:lnTo>
                  <a:pt x="8222947" y="4688892"/>
                </a:lnTo>
                <a:lnTo>
                  <a:pt x="8207914" y="4742881"/>
                </a:lnTo>
                <a:cubicBezTo>
                  <a:pt x="8067235" y="5203851"/>
                  <a:pt x="7847382" y="5639692"/>
                  <a:pt x="7556423" y="6028617"/>
                </a:cubicBezTo>
                <a:lnTo>
                  <a:pt x="7425161" y="6187327"/>
                </a:lnTo>
                <a:lnTo>
                  <a:pt x="1006577" y="6187327"/>
                </a:lnTo>
                <a:lnTo>
                  <a:pt x="850964" y="5995980"/>
                </a:lnTo>
                <a:cubicBezTo>
                  <a:pt x="686863" y="5772304"/>
                  <a:pt x="542722" y="5528860"/>
                  <a:pt x="422250" y="5267019"/>
                </a:cubicBezTo>
                <a:cubicBezTo>
                  <a:pt x="50312" y="4458802"/>
                  <a:pt x="-155418" y="3502075"/>
                  <a:pt x="142610" y="2830055"/>
                </a:cubicBezTo>
                <a:cubicBezTo>
                  <a:pt x="788131" y="1375996"/>
                  <a:pt x="2271479" y="2908304"/>
                  <a:pt x="3539677" y="2265216"/>
                </a:cubicBezTo>
                <a:cubicBezTo>
                  <a:pt x="4682264" y="1685095"/>
                  <a:pt x="4798738" y="44473"/>
                  <a:pt x="5924544" y="88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399" dirty="0">
              <a:solidFill>
                <a:schemeClr val="tx1"/>
              </a:solidFill>
            </a:endParaRPr>
          </a:p>
        </p:txBody>
      </p:sp>
      <p:sp>
        <p:nvSpPr>
          <p:cNvPr id="12" name="Freihandform 11"/>
          <p:cNvSpPr/>
          <p:nvPr/>
        </p:nvSpPr>
        <p:spPr>
          <a:xfrm>
            <a:off x="5639470" y="1910669"/>
            <a:ext cx="6552531" cy="4947333"/>
          </a:xfrm>
          <a:custGeom>
            <a:avLst/>
            <a:gdLst>
              <a:gd name="connsiteX0" fmla="*/ 4854063 w 6552531"/>
              <a:gd name="connsiteY0" fmla="*/ 7 h 4947333"/>
              <a:gd name="connsiteX1" fmla="*/ 5071206 w 6552531"/>
              <a:gd name="connsiteY1" fmla="*/ 27731 h 4947333"/>
              <a:gd name="connsiteX2" fmla="*/ 6551503 w 6552531"/>
              <a:gd name="connsiteY2" fmla="*/ 1809287 h 4947333"/>
              <a:gd name="connsiteX3" fmla="*/ 6552531 w 6552531"/>
              <a:gd name="connsiteY3" fmla="*/ 1812764 h 4947333"/>
              <a:gd name="connsiteX4" fmla="*/ 6552531 w 6552531"/>
              <a:gd name="connsiteY4" fmla="*/ 3922236 h 4947333"/>
              <a:gd name="connsiteX5" fmla="*/ 6508354 w 6552531"/>
              <a:gd name="connsiteY5" fmla="*/ 4056281 h 4947333"/>
              <a:gd name="connsiteX6" fmla="*/ 6167266 w 6552531"/>
              <a:gd name="connsiteY6" fmla="*/ 4753897 h 4947333"/>
              <a:gd name="connsiteX7" fmla="*/ 6033717 w 6552531"/>
              <a:gd name="connsiteY7" fmla="*/ 4947333 h 4947333"/>
              <a:gd name="connsiteX8" fmla="*/ 688221 w 6552531"/>
              <a:gd name="connsiteY8" fmla="*/ 4947333 h 4947333"/>
              <a:gd name="connsiteX9" fmla="*/ 669155 w 6552531"/>
              <a:gd name="connsiteY9" fmla="*/ 4921952 h 4947333"/>
              <a:gd name="connsiteX10" fmla="*/ 159446 w 6552531"/>
              <a:gd name="connsiteY10" fmla="*/ 3896401 h 4947333"/>
              <a:gd name="connsiteX11" fmla="*/ 44617 w 6552531"/>
              <a:gd name="connsiteY11" fmla="*/ 3440846 h 4947333"/>
              <a:gd name="connsiteX12" fmla="*/ 40529 w 6552531"/>
              <a:gd name="connsiteY12" fmla="*/ 3406626 h 4947333"/>
              <a:gd name="connsiteX13" fmla="*/ 39476 w 6552531"/>
              <a:gd name="connsiteY13" fmla="*/ 3401514 h 4947333"/>
              <a:gd name="connsiteX14" fmla="*/ 482859 w 6552531"/>
              <a:gd name="connsiteY14" fmla="*/ 1876033 h 4947333"/>
              <a:gd name="connsiteX15" fmla="*/ 896951 w 6552531"/>
              <a:gd name="connsiteY15" fmla="*/ 1759366 h 4947333"/>
              <a:gd name="connsiteX16" fmla="*/ 1369778 w 6552531"/>
              <a:gd name="connsiteY16" fmla="*/ 1839493 h 4947333"/>
              <a:gd name="connsiteX17" fmla="*/ 1408346 w 6552531"/>
              <a:gd name="connsiteY17" fmla="*/ 1854656 h 4947333"/>
              <a:gd name="connsiteX18" fmla="*/ 1515289 w 6552531"/>
              <a:gd name="connsiteY18" fmla="*/ 1876395 h 4947333"/>
              <a:gd name="connsiteX19" fmla="*/ 2860708 w 6552531"/>
              <a:gd name="connsiteY19" fmla="*/ 1855646 h 4947333"/>
              <a:gd name="connsiteX20" fmla="*/ 3877062 w 6552531"/>
              <a:gd name="connsiteY20" fmla="*/ 691198 h 4947333"/>
              <a:gd name="connsiteX21" fmla="*/ 4633989 w 6552531"/>
              <a:gd name="connsiteY21" fmla="*/ 13545 h 4947333"/>
              <a:gd name="connsiteX22" fmla="*/ 4683323 w 6552531"/>
              <a:gd name="connsiteY22" fmla="*/ 9490 h 4947333"/>
              <a:gd name="connsiteX23" fmla="*/ 4720135 w 6552531"/>
              <a:gd name="connsiteY23" fmla="*/ 11657 h 4947333"/>
              <a:gd name="connsiteX24" fmla="*/ 4746809 w 6552531"/>
              <a:gd name="connsiteY24" fmla="*/ 6469 h 4947333"/>
              <a:gd name="connsiteX25" fmla="*/ 4854063 w 6552531"/>
              <a:gd name="connsiteY25" fmla="*/ 7 h 494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552531" h="4947333">
                <a:moveTo>
                  <a:pt x="4854063" y="7"/>
                </a:moveTo>
                <a:cubicBezTo>
                  <a:pt x="4925952" y="311"/>
                  <a:pt x="4998520" y="9743"/>
                  <a:pt x="5071206" y="27731"/>
                </a:cubicBezTo>
                <a:cubicBezTo>
                  <a:pt x="5652694" y="171645"/>
                  <a:pt x="6241767" y="863160"/>
                  <a:pt x="6551503" y="1809287"/>
                </a:cubicBezTo>
                <a:lnTo>
                  <a:pt x="6552531" y="1812764"/>
                </a:lnTo>
                <a:lnTo>
                  <a:pt x="6552531" y="3922236"/>
                </a:lnTo>
                <a:lnTo>
                  <a:pt x="6508354" y="4056281"/>
                </a:lnTo>
                <a:cubicBezTo>
                  <a:pt x="6420252" y="4303320"/>
                  <a:pt x="6305352" y="4537096"/>
                  <a:pt x="6167266" y="4753897"/>
                </a:cubicBezTo>
                <a:lnTo>
                  <a:pt x="6033717" y="4947333"/>
                </a:lnTo>
                <a:lnTo>
                  <a:pt x="688221" y="4947333"/>
                </a:lnTo>
                <a:lnTo>
                  <a:pt x="669155" y="4921952"/>
                </a:lnTo>
                <a:cubicBezTo>
                  <a:pt x="462010" y="4623316"/>
                  <a:pt x="290452" y="4280274"/>
                  <a:pt x="159446" y="3896401"/>
                </a:cubicBezTo>
                <a:cubicBezTo>
                  <a:pt x="110759" y="3753734"/>
                  <a:pt x="70478" y="3595787"/>
                  <a:pt x="44617" y="3440846"/>
                </a:cubicBezTo>
                <a:lnTo>
                  <a:pt x="40529" y="3406626"/>
                </a:lnTo>
                <a:lnTo>
                  <a:pt x="39476" y="3401514"/>
                </a:lnTo>
                <a:cubicBezTo>
                  <a:pt x="-78551" y="2709645"/>
                  <a:pt x="67748" y="2122061"/>
                  <a:pt x="482859" y="1876033"/>
                </a:cubicBezTo>
                <a:cubicBezTo>
                  <a:pt x="607393" y="1802224"/>
                  <a:pt x="747277" y="1764396"/>
                  <a:pt x="896951" y="1759366"/>
                </a:cubicBezTo>
                <a:cubicBezTo>
                  <a:pt x="1046624" y="1754337"/>
                  <a:pt x="1206087" y="1782107"/>
                  <a:pt x="1369778" y="1839493"/>
                </a:cubicBezTo>
                <a:lnTo>
                  <a:pt x="1408346" y="1854656"/>
                </a:lnTo>
                <a:lnTo>
                  <a:pt x="1515289" y="1876395"/>
                </a:lnTo>
                <a:cubicBezTo>
                  <a:pt x="1867428" y="1960511"/>
                  <a:pt x="2467079" y="2053179"/>
                  <a:pt x="2860708" y="1855646"/>
                </a:cubicBezTo>
                <a:cubicBezTo>
                  <a:pt x="3254336" y="1658114"/>
                  <a:pt x="3625995" y="1062372"/>
                  <a:pt x="3877062" y="691198"/>
                </a:cubicBezTo>
                <a:cubicBezTo>
                  <a:pt x="4155238" y="279949"/>
                  <a:pt x="4374413" y="55026"/>
                  <a:pt x="4633989" y="13545"/>
                </a:cubicBezTo>
                <a:cubicBezTo>
                  <a:pt x="4650213" y="10953"/>
                  <a:pt x="4666671" y="9635"/>
                  <a:pt x="4683323" y="9490"/>
                </a:cubicBezTo>
                <a:lnTo>
                  <a:pt x="4720135" y="11657"/>
                </a:lnTo>
                <a:lnTo>
                  <a:pt x="4746809" y="6469"/>
                </a:lnTo>
                <a:cubicBezTo>
                  <a:pt x="4782344" y="1985"/>
                  <a:pt x="4818118" y="-145"/>
                  <a:pt x="4854063" y="7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399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36181" y="3239458"/>
            <a:ext cx="6787409" cy="1097269"/>
          </a:xfrm>
        </p:spPr>
        <p:txBody>
          <a:bodyPr lIns="0" tIns="0" bIns="0" anchor="b">
            <a:normAutofit/>
          </a:bodyPr>
          <a:lstStyle>
            <a:lvl1pPr>
              <a:lnSpc>
                <a:spcPct val="100000"/>
              </a:lnSpc>
              <a:defRPr sz="3198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Überschrift Titelfolie</a:t>
            </a:r>
            <a:endParaRPr lang="de-CH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1531" y="1533510"/>
            <a:ext cx="2690418" cy="1264388"/>
          </a:xfrm>
          <a:prstGeom prst="rect">
            <a:avLst/>
          </a:prstGeom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830948" y="5641975"/>
            <a:ext cx="1444347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1199">
                <a:latin typeface="+mn-lt"/>
              </a:defRPr>
            </a:lvl1pPr>
          </a:lstStyle>
          <a:p>
            <a:fld id="{52A77277-8773-4401-BB67-C0BA00819524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9B772D-4EEB-40F5-B989-5B158C414958}"/>
              </a:ext>
            </a:extLst>
          </p:cNvPr>
          <p:cNvSpPr/>
          <p:nvPr/>
        </p:nvSpPr>
        <p:spPr>
          <a:xfrm>
            <a:off x="0" y="6723258"/>
            <a:ext cx="12192000" cy="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399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6181" y="6200774"/>
            <a:ext cx="5538872" cy="4213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199">
                <a:latin typeface="+mn-lt"/>
              </a:defRPr>
            </a:lvl1pPr>
          </a:lstStyle>
          <a:p>
            <a:pPr lvl="0"/>
            <a:r>
              <a:rPr lang="de-CH" dirty="0"/>
              <a:t>Departement / Abteilung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6181" y="4410389"/>
            <a:ext cx="6787409" cy="8603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1999" b="1" baseline="0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830949" y="5342714"/>
            <a:ext cx="5544105" cy="18466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marR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9">
                <a:latin typeface="+mn-lt"/>
              </a:defRPr>
            </a:lvl1pPr>
            <a:lvl2pPr marL="360182" indent="0">
              <a:buNone/>
              <a:defRPr/>
            </a:lvl2pPr>
            <a:lvl3pPr marL="718778" indent="0">
              <a:buNone/>
              <a:defRPr/>
            </a:lvl3pPr>
            <a:lvl4pPr marL="1077373" indent="0">
              <a:buNone/>
              <a:defRPr/>
            </a:lvl4pPr>
            <a:lvl5pPr marL="1437556" indent="0">
              <a:buNone/>
              <a:defRPr/>
            </a:lvl5pPr>
          </a:lstStyle>
          <a:p>
            <a:pPr marL="0" marR="0" lvl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F6AD7A2-0FC9-213A-8A96-BD35C9EDFF3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9961" y="6404728"/>
            <a:ext cx="1633964" cy="125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4698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335">
          <p15:clr>
            <a:srgbClr val="FBAE40"/>
          </p15:clr>
        </p15:guide>
        <p15:guide id="3" pos="3048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3F2D6CD5-EBD8-4E95-8859-83C8D04BFA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96442" y="5947634"/>
            <a:ext cx="1557598" cy="732008"/>
          </a:xfrm>
          <a:prstGeom prst="rect">
            <a:avLst/>
          </a:prstGeom>
        </p:spPr>
      </p:pic>
      <p:sp>
        <p:nvSpPr>
          <p:cNvPr id="14" name="Bildplatzhalter 13" descr="Hier Titelbild einfügen" title="Titelbild">
            <a:extLst>
              <a:ext uri="{FF2B5EF4-FFF2-40B4-BE49-F238E27FC236}">
                <a16:creationId xmlns:a16="http://schemas.microsoft.com/office/drawing/2014/main" id="{1DE6A71F-9A5B-4F1D-A226-20EDC05C37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5772670"/>
          </a:xfrm>
          <a:prstGeom prst="rect">
            <a:avLst/>
          </a:prstGeom>
          <a:solidFill>
            <a:schemeClr val="bg2"/>
          </a:solidFill>
        </p:spPr>
        <p:txBody>
          <a:bodyPr lIns="216000" tIns="108000" anchor="t" anchorCtr="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Tipp: Zuerst das Bild einfügen (über das Bild-Icon), dann den Titel eingeben.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335752" y="3427354"/>
            <a:ext cx="5954290" cy="797311"/>
          </a:xfrm>
          <a:solidFill>
            <a:srgbClr val="FFFFFF">
              <a:alpha val="80000"/>
            </a:srgbClr>
          </a:solidFill>
        </p:spPr>
        <p:txBody>
          <a:bodyPr wrap="square" lIns="108000" tIns="72000" rIns="108000" bIns="108000" anchor="b" anchorCtr="0">
            <a:spAutoFit/>
          </a:bodyPr>
          <a:lstStyle>
            <a:lvl1pPr algn="l">
              <a:lnSpc>
                <a:spcPct val="100000"/>
              </a:lnSpc>
              <a:defRPr sz="3998" b="1" baseline="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Überschrift Titelfolie</a:t>
            </a:r>
            <a:endParaRPr lang="de-CH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6326069" y="6453188"/>
            <a:ext cx="3375587" cy="17938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199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B95F934-5D1E-45E2-8A8C-59CD7BDB74E8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8043DE-5E81-43FD-995B-4B17DF0265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5314" y="4224664"/>
            <a:ext cx="4061884" cy="489534"/>
          </a:xfrm>
          <a:prstGeom prst="rect">
            <a:avLst/>
          </a:prstGeom>
          <a:solidFill>
            <a:srgbClr val="D72864">
              <a:alpha val="80000"/>
            </a:srgbClr>
          </a:solidFill>
        </p:spPr>
        <p:txBody>
          <a:bodyPr wrap="square" lIns="108000" tIns="72000" rIns="108000" bIns="108000" anchor="t" anchorCtr="0">
            <a:spAutoFit/>
          </a:bodyPr>
          <a:lstStyle>
            <a:lvl1pPr marL="0" indent="0">
              <a:buNone/>
              <a:defRPr sz="1999" baseline="0">
                <a:solidFill>
                  <a:schemeClr val="bg1"/>
                </a:solidFill>
              </a:defRPr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6326069" y="5949950"/>
            <a:ext cx="3363301" cy="5032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99"/>
            </a:lvl1pPr>
            <a:lvl2pPr marL="360182" indent="0">
              <a:buNone/>
              <a:defRPr/>
            </a:lvl2pPr>
            <a:lvl3pPr marL="718778" indent="0">
              <a:buNone/>
              <a:defRPr/>
            </a:lvl3pPr>
            <a:lvl4pPr marL="1077373" indent="0">
              <a:buNone/>
              <a:defRPr/>
            </a:lvl4pPr>
            <a:lvl5pPr marL="1437556" indent="0">
              <a:buNone/>
              <a:defRPr/>
            </a:lvl5pPr>
          </a:lstStyle>
          <a:p>
            <a:pPr marL="0" marR="0" lvl="0" indent="0" algn="l" defTabSz="6094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CH" sz="1199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Vorname Nachname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031" y="5949950"/>
            <a:ext cx="4529722" cy="6477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199">
                <a:latin typeface="+mn-lt"/>
              </a:defRPr>
            </a:lvl1pPr>
          </a:lstStyle>
          <a:p>
            <a:pPr lvl="0"/>
            <a:r>
              <a:rPr lang="de-CH" dirty="0"/>
              <a:t>Departement / Abteilung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A273FBB-00B8-6E81-C22E-FB670DC172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51490" y="5517353"/>
            <a:ext cx="1333473" cy="10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5549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08">
          <p15:clr>
            <a:srgbClr val="FBAE40"/>
          </p15:clr>
        </p15:guide>
        <p15:guide id="2" pos="2663">
          <p15:clr>
            <a:srgbClr val="FBAE40"/>
          </p15:clr>
        </p15:guide>
        <p15:guide id="3" orient="horz" pos="2659">
          <p15:clr>
            <a:srgbClr val="FBAE40"/>
          </p15:clr>
        </p15:guide>
        <p15:guide id="8" pos="5223">
          <p15:clr>
            <a:srgbClr val="FBAE40"/>
          </p15:clr>
        </p15:guide>
        <p15:guide id="9" orient="horz" pos="3748">
          <p15:clr>
            <a:srgbClr val="FBAE40"/>
          </p15:clr>
        </p15:guide>
        <p15:guide id="10" pos="3366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C0988-D6B1-4E3D-9DB9-8E2799B4068F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6491082" y="333375"/>
            <a:ext cx="5362958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029" y="2213150"/>
            <a:ext cx="5361372" cy="1917733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806031" y="333375"/>
            <a:ext cx="5361371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198" baseline="0"/>
            </a:lvl1pPr>
          </a:lstStyle>
          <a:p>
            <a:r>
              <a:rPr lang="de-DE" dirty="0"/>
              <a:t>Titel Abschnittsfolie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02294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3850783"/>
            <a:ext cx="12192000" cy="2349992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06031" y="333375"/>
            <a:ext cx="11048009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198"/>
            </a:lvl1pPr>
          </a:lstStyle>
          <a:p>
            <a:r>
              <a:rPr lang="de-DE" dirty="0"/>
              <a:t>Titel Abschnittsfolie</a:t>
            </a:r>
            <a:endParaRPr lang="de-CH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9BB35-F2C2-4B85-B127-D5E6336C021A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030" y="2213150"/>
            <a:ext cx="7367796" cy="1398501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690906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031" y="1449387"/>
            <a:ext cx="11048009" cy="4751387"/>
          </a:xfrm>
          <a:prstGeom prst="rect">
            <a:avLst/>
          </a:prstGeom>
        </p:spPr>
        <p:txBody>
          <a:bodyPr numCol="2" spcCol="288000">
            <a:normAutofit/>
          </a:bodyPr>
          <a:lstStyle>
            <a:lvl1pPr marL="342729" marR="0" indent="-342729" algn="l" defTabSz="609463" rtl="0" eaLnBrk="1" fontAlgn="auto" latinLnBrk="0" hangingPunct="1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1999" baseline="0"/>
            </a:lvl1pPr>
            <a:lvl2pPr marL="360183" indent="-360183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SzPct val="120000"/>
              <a:buFontTx/>
              <a:buBlip>
                <a:blip r:embed="rId2"/>
              </a:buBlip>
              <a:defRPr sz="1999" b="1" baseline="0"/>
            </a:lvl2pPr>
            <a:lvl3pPr marL="628336" indent="-26815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599" baseline="0"/>
            </a:lvl3pPr>
            <a:lvl4pPr marL="894902" indent="-206272">
              <a:spcBef>
                <a:spcPts val="400"/>
              </a:spcBef>
              <a:spcAft>
                <a:spcPts val="0"/>
              </a:spcAft>
              <a:defRPr/>
            </a:lvl4pPr>
            <a:lvl5pPr marL="1163056" indent="-230073">
              <a:spcBef>
                <a:spcPts val="4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de-DE" dirty="0"/>
              <a:t>Thema 1 [Ebene 1]</a:t>
            </a:r>
          </a:p>
          <a:p>
            <a:pPr lvl="1"/>
            <a:r>
              <a:rPr lang="de-DE" dirty="0"/>
              <a:t>Thema 2 aktiv [Ebene 2]</a:t>
            </a:r>
          </a:p>
          <a:p>
            <a:pPr lvl="2"/>
            <a:r>
              <a:rPr lang="de-DE" dirty="0"/>
              <a:t>Unterthema 1 [Ebene 3]</a:t>
            </a:r>
          </a:p>
          <a:p>
            <a:pPr lvl="2"/>
            <a:r>
              <a:rPr lang="de-DE" dirty="0"/>
              <a:t>Unterthema 2 [Ebene 3]</a:t>
            </a:r>
          </a:p>
          <a:p>
            <a:pPr marL="342729" marR="0" lvl="0" indent="-342729" algn="l" defTabSz="609463" rtl="0" eaLnBrk="1" fontAlgn="auto" latinLnBrk="0" hangingPunct="1">
              <a:lnSpc>
                <a:spcPct val="120000"/>
              </a:lnSpc>
              <a:spcBef>
                <a:spcPts val="1199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de-DE" dirty="0"/>
              <a:t>Thema 3 [Ebene 1]</a:t>
            </a:r>
          </a:p>
          <a:p>
            <a:pPr lvl="0"/>
            <a:endParaRPr lang="de-DE" dirty="0"/>
          </a:p>
          <a:p>
            <a:pPr lvl="2"/>
            <a:endParaRPr lang="de-DE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C70ADD8-2720-4F10-9C33-1D12B544414F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2868" y="6244316"/>
            <a:ext cx="1339527" cy="629524"/>
          </a:xfrm>
          <a:prstGeom prst="rect">
            <a:avLst/>
          </a:prstGeom>
        </p:spPr>
      </p:pic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806031" y="333377"/>
            <a:ext cx="11048009" cy="287337"/>
          </a:xfrm>
        </p:spPr>
        <p:txBody>
          <a:bodyPr/>
          <a:lstStyle>
            <a:lvl1pPr>
              <a:defRPr lang="de-DE" sz="1999" b="1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Agenda-Titel eingeben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3132884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B1B4CD7-D465-476D-BE61-54C70F959B0D}" type="datetime1">
              <a:rPr lang="en-GB" smtClean="0"/>
              <a:t>02/02/2026</a:t>
            </a:fld>
            <a:endParaRPr lang="en-GB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5" name="Inhaltsplatzhalter 4"/>
          <p:cNvSpPr>
            <a:spLocks noGrp="1"/>
          </p:cNvSpPr>
          <p:nvPr>
            <p:ph sz="quarter" idx="21"/>
          </p:nvPr>
        </p:nvSpPr>
        <p:spPr>
          <a:xfrm>
            <a:off x="806031" y="1449389"/>
            <a:ext cx="11048009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37301685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FAFA70-5FF8-4EE8-97C1-E5C5441BEC6D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11048009" cy="68421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 dirty="0"/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6"/>
          </p:nvPr>
        </p:nvSpPr>
        <p:spPr>
          <a:xfrm>
            <a:off x="806031" y="1449389"/>
            <a:ext cx="536137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1" name="Inhaltsplatzhalter 6"/>
          <p:cNvSpPr>
            <a:spLocks noGrp="1"/>
          </p:cNvSpPr>
          <p:nvPr>
            <p:ph sz="quarter" idx="27"/>
          </p:nvPr>
        </p:nvSpPr>
        <p:spPr>
          <a:xfrm>
            <a:off x="6492669" y="1449389"/>
            <a:ext cx="536137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4965983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DBA611C-7C29-42D9-B08A-22BF31364170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031" y="1449389"/>
            <a:ext cx="5361783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01686" y="1449389"/>
            <a:ext cx="5351180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5" name="Inhaltsplatzhalter 4"/>
          <p:cNvSpPr>
            <a:spLocks noGrp="1"/>
          </p:cNvSpPr>
          <p:nvPr>
            <p:ph sz="quarter" idx="25"/>
          </p:nvPr>
        </p:nvSpPr>
        <p:spPr>
          <a:xfrm>
            <a:off x="806031" y="1881189"/>
            <a:ext cx="5361371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15" name="Inhaltsplatzhalter 4"/>
          <p:cNvSpPr>
            <a:spLocks noGrp="1"/>
          </p:cNvSpPr>
          <p:nvPr>
            <p:ph sz="quarter" idx="26"/>
          </p:nvPr>
        </p:nvSpPr>
        <p:spPr>
          <a:xfrm>
            <a:off x="6491083" y="1881189"/>
            <a:ext cx="5361371" cy="4319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97403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und Bild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7427913" y="333375"/>
            <a:ext cx="4426127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DD85D-588E-4363-B222-901FC02E3D7F}" type="datetime1">
              <a:rPr lang="en-GB" smtClean="0"/>
              <a:t>02/02/2026</a:t>
            </a:fld>
            <a:endParaRPr lang="en-GB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2"/>
          </p:nvPr>
        </p:nvSpPr>
        <p:spPr>
          <a:xfrm>
            <a:off x="806030" y="1449389"/>
            <a:ext cx="6334001" cy="47513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30" y="334040"/>
            <a:ext cx="6334002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6334001" cy="684213"/>
          </a:xfrm>
        </p:spPr>
        <p:txBody>
          <a:bodyPr/>
          <a:lstStyle>
            <a:lvl1pPr>
              <a:lnSpc>
                <a:spcPct val="100000"/>
              </a:lnSpc>
              <a:defRPr sz="2799"/>
            </a:lvl1pPr>
          </a:lstStyle>
          <a:p>
            <a:r>
              <a:rPr lang="de-DE"/>
              <a:t>Mastertitelformat bearbeiten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45993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umsplatzhalter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E78620A-78CA-41CD-BBDF-952623FDD040}" type="datetime1">
              <a:rPr lang="en-GB" smtClean="0"/>
              <a:t>02/02/2026</a:t>
            </a:fld>
            <a:endParaRPr lang="en-GB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029" y="334040"/>
            <a:ext cx="11048010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1999" b="1"/>
            </a:lvl1pPr>
            <a:lvl2pPr marL="456971" indent="0">
              <a:buNone/>
              <a:defRPr/>
            </a:lvl2pPr>
          </a:lstStyle>
          <a:p>
            <a:pPr lvl="0"/>
            <a:r>
              <a:rPr lang="de-DE" dirty="0"/>
              <a:t>Thema</a:t>
            </a:r>
          </a:p>
        </p:txBody>
      </p:sp>
    </p:spTree>
    <p:extLst>
      <p:ext uri="{BB962C8B-B14F-4D97-AF65-F5344CB8AC3E}">
        <p14:creationId xmlns:p14="http://schemas.microsoft.com/office/powerpoint/2010/main" val="11326419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68F4A-37D0-4BAB-BCB7-400AF2E6E5A8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984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8CBC-17CA-400B-A2EB-682CD7D39548}" type="datetime1">
              <a:rPr lang="en-GB" smtClean="0"/>
              <a:t>02/02/2026</a:t>
            </a:fld>
            <a:endParaRPr lang="en-GB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sp>
        <p:nvSpPr>
          <p:cNvPr id="7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-1"/>
            <a:ext cx="12192000" cy="6200775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1999" baseline="0"/>
            </a:lvl1pPr>
          </a:lstStyle>
          <a:p>
            <a:r>
              <a:rPr lang="de-CH" dirty="0"/>
              <a:t>Bild über das Bild-Icon einfügen</a:t>
            </a:r>
          </a:p>
        </p:txBody>
      </p:sp>
    </p:spTree>
    <p:extLst>
      <p:ext uri="{BB962C8B-B14F-4D97-AF65-F5344CB8AC3E}">
        <p14:creationId xmlns:p14="http://schemas.microsoft.com/office/powerpoint/2010/main" val="13955722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6.jpe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platzhalter 1"/>
          <p:cNvSpPr>
            <a:spLocks noGrp="1"/>
          </p:cNvSpPr>
          <p:nvPr>
            <p:ph type="title"/>
          </p:nvPr>
        </p:nvSpPr>
        <p:spPr>
          <a:xfrm>
            <a:off x="806031" y="1090993"/>
            <a:ext cx="6252543" cy="28537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de-DE"/>
              <a:t>Titel Inhaltsfolie einzeilig</a:t>
            </a:r>
            <a:endParaRPr lang="de-CH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CCF8EB6-970F-4B91-8E46-5B6411EAA2E4}"/>
              </a:ext>
            </a:extLst>
          </p:cNvPr>
          <p:cNvCxnSpPr>
            <a:cxnSpLocks/>
          </p:cNvCxnSpPr>
          <p:nvPr/>
        </p:nvCxnSpPr>
        <p:spPr>
          <a:xfrm>
            <a:off x="802540" y="6454846"/>
            <a:ext cx="0" cy="40315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atumsplatzhalter 2">
            <a:extLst>
              <a:ext uri="{FF2B5EF4-FFF2-40B4-BE49-F238E27FC236}">
                <a16:creationId xmlns:a16="http://schemas.microsoft.com/office/drawing/2014/main" id="{DD859570-9479-4CD6-9E5E-B8BCB591E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91083" y="6453187"/>
            <a:ext cx="3374892" cy="17938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99"/>
            </a:lvl1pPr>
          </a:lstStyle>
          <a:p>
            <a:fld id="{BAE36C76-451E-41E9-94FC-44CAEB92CDB6}" type="datetime1">
              <a:rPr lang="en-GB" smtClean="0"/>
              <a:t>02/02/2026</a:t>
            </a:fld>
            <a:endParaRPr lang="en-GB"/>
          </a:p>
        </p:txBody>
      </p:sp>
      <p:sp>
        <p:nvSpPr>
          <p:cNvPr id="52" name="Fußzeilenplatzhalter 3">
            <a:extLst>
              <a:ext uri="{FF2B5EF4-FFF2-40B4-BE49-F238E27FC236}">
                <a16:creationId xmlns:a16="http://schemas.microsoft.com/office/drawing/2014/main" id="{2A1BCD4E-392B-40D0-9259-9419E7635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6031" y="6454846"/>
            <a:ext cx="5361371" cy="236900"/>
          </a:xfrm>
          <a:prstGeom prst="rect">
            <a:avLst/>
          </a:prstGeom>
        </p:spPr>
        <p:txBody>
          <a:bodyPr lIns="108000" tIns="0" rIns="0" bIns="0"/>
          <a:lstStyle>
            <a:lvl1pPr algn="l">
              <a:defRPr sz="1199"/>
            </a:lvl1pPr>
          </a:lstStyle>
          <a:p>
            <a:endParaRPr lang="en-GB"/>
          </a:p>
        </p:txBody>
      </p:sp>
      <p:sp>
        <p:nvSpPr>
          <p:cNvPr id="53" name="Foliennummernplatzhalter 4">
            <a:extLst>
              <a:ext uri="{FF2B5EF4-FFF2-40B4-BE49-F238E27FC236}">
                <a16:creationId xmlns:a16="http://schemas.microsoft.com/office/drawing/2014/main" id="{F6E723C3-915C-402C-9570-E97A66A8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8856" y="6453188"/>
            <a:ext cx="537174" cy="179387"/>
          </a:xfrm>
          <a:prstGeom prst="rect">
            <a:avLst/>
          </a:prstGeom>
        </p:spPr>
        <p:txBody>
          <a:bodyPr lIns="0" tIns="0" rIns="108000" bIns="0"/>
          <a:lstStyle>
            <a:lvl1pPr algn="r">
              <a:defRPr sz="1199">
                <a:solidFill>
                  <a:schemeClr val="tx1"/>
                </a:solidFill>
              </a:defRPr>
            </a:lvl1pPr>
          </a:lstStyle>
          <a:p>
            <a:fld id="{D1BF17DE-DB4A-4A58-B2AB-A2EB22A2F426}" type="slidenum">
              <a:rPr lang="en-GB" smtClean="0"/>
              <a:t>‹Nr.›</a:t>
            </a:fld>
            <a:endParaRPr lang="en-GB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2868" y="6244316"/>
            <a:ext cx="1339527" cy="629524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802540" y="1449389"/>
            <a:ext cx="11051498" cy="47513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4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73F1623-E956-5652-AE8F-14633764F2D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7066" y="296387"/>
            <a:ext cx="1386971" cy="473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79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defTabSz="609463" rtl="0" eaLnBrk="1" latinLnBrk="0" hangingPunct="1">
        <a:lnSpc>
          <a:spcPct val="120000"/>
        </a:lnSpc>
        <a:spcBef>
          <a:spcPct val="0"/>
        </a:spcBef>
        <a:buNone/>
        <a:defRPr sz="3198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1874" indent="-251874" algn="l" defTabSz="609463" rtl="0" eaLnBrk="1" latinLnBrk="0" hangingPunct="1">
        <a:spcBef>
          <a:spcPts val="1799"/>
        </a:spcBef>
        <a:buClr>
          <a:schemeClr val="tx2"/>
        </a:buClr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503748" indent="-251874" algn="l" defTabSz="609463" rtl="0" eaLnBrk="1" latinLnBrk="0" hangingPunct="1">
        <a:spcBef>
          <a:spcPts val="1199"/>
        </a:spcBef>
        <a:buClr>
          <a:schemeClr val="tx1"/>
        </a:buClr>
        <a:buSzPct val="80000"/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755622" indent="-251874" algn="l" defTabSz="609463" rtl="0" eaLnBrk="1" latinLnBrk="0" hangingPunct="1">
        <a:spcBef>
          <a:spcPts val="999"/>
        </a:spcBef>
        <a:buSzPct val="90000"/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3pPr>
      <a:lvl4pPr marL="1007496" indent="-251874" algn="l" defTabSz="609463" rtl="0" eaLnBrk="1" latinLnBrk="0" hangingPunct="1">
        <a:spcBef>
          <a:spcPts val="60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1259370" marR="0" indent="-251874" algn="l" defTabSz="609463" rtl="0" eaLnBrk="1" fontAlgn="auto" latinLnBrk="0" hangingPunct="1">
        <a:lnSpc>
          <a:spcPct val="120000"/>
        </a:lnSpc>
        <a:spcBef>
          <a:spcPts val="60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599" kern="1200">
          <a:solidFill>
            <a:schemeClr val="tx1"/>
          </a:solidFill>
          <a:latin typeface="+mn-lt"/>
          <a:ea typeface="+mn-ea"/>
          <a:cs typeface="+mn-cs"/>
        </a:defRPr>
      </a:lvl5pPr>
      <a:lvl6pPr marL="1511244" indent="-251874" algn="l" defTabSz="610882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599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63118" indent="-251874" algn="l" defTabSz="609463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7pPr>
      <a:lvl8pPr marL="4570970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0433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63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925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88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851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314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777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239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702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08">
          <p15:clr>
            <a:srgbClr val="547EBF"/>
          </p15:clr>
        </p15:guide>
        <p15:guide id="7" pos="7471">
          <p15:clr>
            <a:srgbClr val="547EBF"/>
          </p15:clr>
        </p15:guide>
        <p15:guide id="8" orient="horz" pos="210">
          <p15:clr>
            <a:srgbClr val="547EBF"/>
          </p15:clr>
        </p15:guide>
        <p15:guide id="9" orient="horz" pos="4065">
          <p15:clr>
            <a:srgbClr val="C35EA4"/>
          </p15:clr>
        </p15:guide>
        <p15:guide id="10" orient="horz" pos="4156">
          <p15:clr>
            <a:srgbClr val="547EBF"/>
          </p15:clr>
        </p15:guide>
        <p15:guide id="12" orient="horz" pos="391">
          <p15:clr>
            <a:srgbClr val="C35EA4"/>
          </p15:clr>
        </p15:guide>
        <p15:guide id="13" orient="horz" pos="913">
          <p15:clr>
            <a:srgbClr val="C35EA4"/>
          </p15:clr>
        </p15:guide>
        <p15:guide id="14" orient="horz" pos="3906">
          <p15:clr>
            <a:srgbClr val="C35EA4"/>
          </p15:clr>
        </p15:guide>
        <p15:guide id="15" pos="3987">
          <p15:clr>
            <a:srgbClr val="9FCC3B"/>
          </p15:clr>
        </p15:guide>
        <p15:guide id="16" pos="4091">
          <p15:clr>
            <a:srgbClr val="C35EA4"/>
          </p15:clr>
        </p15:guide>
        <p15:guide id="17" pos="3887">
          <p15:clr>
            <a:srgbClr val="C35EA4"/>
          </p15:clr>
        </p15:guide>
        <p15:guide id="18" orient="horz" pos="867">
          <p15:clr>
            <a:srgbClr val="C35EA4"/>
          </p15:clr>
        </p15:guide>
        <p15:guide id="19" orient="horz" pos="436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platzhalter 1"/>
          <p:cNvSpPr>
            <a:spLocks noGrp="1"/>
          </p:cNvSpPr>
          <p:nvPr>
            <p:ph type="title"/>
          </p:nvPr>
        </p:nvSpPr>
        <p:spPr>
          <a:xfrm>
            <a:off x="806031" y="1090993"/>
            <a:ext cx="6252543" cy="285371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de-DE"/>
              <a:t>Titel Inhaltsfolie einzeilig</a:t>
            </a:r>
            <a:endParaRPr lang="de-CH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CCF8EB6-970F-4B91-8E46-5B6411EAA2E4}"/>
              </a:ext>
            </a:extLst>
          </p:cNvPr>
          <p:cNvCxnSpPr>
            <a:cxnSpLocks/>
          </p:cNvCxnSpPr>
          <p:nvPr/>
        </p:nvCxnSpPr>
        <p:spPr>
          <a:xfrm>
            <a:off x="802540" y="6454846"/>
            <a:ext cx="0" cy="40315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atumsplatzhalter 2">
            <a:extLst>
              <a:ext uri="{FF2B5EF4-FFF2-40B4-BE49-F238E27FC236}">
                <a16:creationId xmlns:a16="http://schemas.microsoft.com/office/drawing/2014/main" id="{DD859570-9479-4CD6-9E5E-B8BCB591E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91083" y="6453187"/>
            <a:ext cx="3374892" cy="17938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99"/>
            </a:lvl1pPr>
          </a:lstStyle>
          <a:p>
            <a:fld id="{D028B867-8982-4F4F-B293-A8F411BA31F4}" type="datetime1">
              <a:rPr lang="en-GB" smtClean="0"/>
              <a:t>02/02/2026</a:t>
            </a:fld>
            <a:endParaRPr lang="en-GB"/>
          </a:p>
        </p:txBody>
      </p:sp>
      <p:sp>
        <p:nvSpPr>
          <p:cNvPr id="52" name="Fußzeilenplatzhalter 3">
            <a:extLst>
              <a:ext uri="{FF2B5EF4-FFF2-40B4-BE49-F238E27FC236}">
                <a16:creationId xmlns:a16="http://schemas.microsoft.com/office/drawing/2014/main" id="{2A1BCD4E-392B-40D0-9259-9419E7635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6031" y="6454846"/>
            <a:ext cx="5361371" cy="236900"/>
          </a:xfrm>
          <a:prstGeom prst="rect">
            <a:avLst/>
          </a:prstGeom>
        </p:spPr>
        <p:txBody>
          <a:bodyPr lIns="108000" tIns="0" rIns="0" bIns="0"/>
          <a:lstStyle>
            <a:lvl1pPr algn="l">
              <a:defRPr sz="1199"/>
            </a:lvl1pPr>
          </a:lstStyle>
          <a:p>
            <a:endParaRPr lang="en-GB"/>
          </a:p>
        </p:txBody>
      </p:sp>
      <p:sp>
        <p:nvSpPr>
          <p:cNvPr id="53" name="Foliennummernplatzhalter 4">
            <a:extLst>
              <a:ext uri="{FF2B5EF4-FFF2-40B4-BE49-F238E27FC236}">
                <a16:creationId xmlns:a16="http://schemas.microsoft.com/office/drawing/2014/main" id="{F6E723C3-915C-402C-9570-E97A66A8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8856" y="6453188"/>
            <a:ext cx="537174" cy="179387"/>
          </a:xfrm>
          <a:prstGeom prst="rect">
            <a:avLst/>
          </a:prstGeom>
        </p:spPr>
        <p:txBody>
          <a:bodyPr lIns="0" tIns="0" rIns="108000" bIns="0"/>
          <a:lstStyle>
            <a:lvl1pPr algn="r">
              <a:defRPr sz="1199">
                <a:solidFill>
                  <a:schemeClr val="tx1"/>
                </a:solidFill>
              </a:defRPr>
            </a:lvl1pPr>
          </a:lstStyle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2868" y="6244316"/>
            <a:ext cx="1339527" cy="629524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802540" y="1449389"/>
            <a:ext cx="11051498" cy="47513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/>
              <a:t>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4"/>
            <a:endParaRPr lang="de-DE"/>
          </a:p>
        </p:txBody>
      </p:sp>
      <p:pic>
        <p:nvPicPr>
          <p:cNvPr id="4" name="Grafik 3" descr="Ein Bild, das Text, Schrift, Screenshot, weiß enthält.&#10;&#10;KI-generierte Inhalte können fehlerhaft sein.">
            <a:extLst>
              <a:ext uri="{FF2B5EF4-FFF2-40B4-BE49-F238E27FC236}">
                <a16:creationId xmlns:a16="http://schemas.microsoft.com/office/drawing/2014/main" id="{BDC4923A-431C-407F-85B9-25A276410F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07915" y="166255"/>
            <a:ext cx="2646123" cy="49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4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 dt="0"/>
  <p:txStyles>
    <p:titleStyle>
      <a:lvl1pPr algn="l" defTabSz="609463" rtl="0" eaLnBrk="1" latinLnBrk="0" hangingPunct="1">
        <a:lnSpc>
          <a:spcPct val="120000"/>
        </a:lnSpc>
        <a:spcBef>
          <a:spcPct val="0"/>
        </a:spcBef>
        <a:buNone/>
        <a:defRPr sz="3198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1874" indent="-251874" algn="l" defTabSz="609463" rtl="0" eaLnBrk="1" latinLnBrk="0" hangingPunct="1">
        <a:spcBef>
          <a:spcPts val="1799"/>
        </a:spcBef>
        <a:buClr>
          <a:schemeClr val="tx2"/>
        </a:buClr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503748" indent="-251874" algn="l" defTabSz="609463" rtl="0" eaLnBrk="1" latinLnBrk="0" hangingPunct="1">
        <a:spcBef>
          <a:spcPts val="1199"/>
        </a:spcBef>
        <a:buClr>
          <a:schemeClr val="tx1"/>
        </a:buClr>
        <a:buSzPct val="80000"/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755622" indent="-251874" algn="l" defTabSz="609463" rtl="0" eaLnBrk="1" latinLnBrk="0" hangingPunct="1">
        <a:spcBef>
          <a:spcPts val="999"/>
        </a:spcBef>
        <a:buSzPct val="90000"/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3pPr>
      <a:lvl4pPr marL="1007496" indent="-251874" algn="l" defTabSz="609463" rtl="0" eaLnBrk="1" latinLnBrk="0" hangingPunct="1">
        <a:spcBef>
          <a:spcPts val="60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1259370" marR="0" indent="-251874" algn="l" defTabSz="609463" rtl="0" eaLnBrk="1" fontAlgn="auto" latinLnBrk="0" hangingPunct="1">
        <a:lnSpc>
          <a:spcPct val="120000"/>
        </a:lnSpc>
        <a:spcBef>
          <a:spcPts val="60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599" kern="1200">
          <a:solidFill>
            <a:schemeClr val="tx1"/>
          </a:solidFill>
          <a:latin typeface="+mn-lt"/>
          <a:ea typeface="+mn-ea"/>
          <a:cs typeface="+mn-cs"/>
        </a:defRPr>
      </a:lvl5pPr>
      <a:lvl6pPr marL="1511244" indent="-251874" algn="l" defTabSz="610882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599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63118" indent="-251874" algn="l" defTabSz="609463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7pPr>
      <a:lvl8pPr marL="4570970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0433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63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925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88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851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314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777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239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702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08">
          <p15:clr>
            <a:srgbClr val="547EBF"/>
          </p15:clr>
        </p15:guide>
        <p15:guide id="7" pos="7471">
          <p15:clr>
            <a:srgbClr val="547EBF"/>
          </p15:clr>
        </p15:guide>
        <p15:guide id="8" orient="horz" pos="210">
          <p15:clr>
            <a:srgbClr val="547EBF"/>
          </p15:clr>
        </p15:guide>
        <p15:guide id="9" orient="horz" pos="4065">
          <p15:clr>
            <a:srgbClr val="C35EA4"/>
          </p15:clr>
        </p15:guide>
        <p15:guide id="10" orient="horz" pos="4156">
          <p15:clr>
            <a:srgbClr val="547EBF"/>
          </p15:clr>
        </p15:guide>
        <p15:guide id="12" orient="horz" pos="391">
          <p15:clr>
            <a:srgbClr val="C35EA4"/>
          </p15:clr>
        </p15:guide>
        <p15:guide id="13" orient="horz" pos="913">
          <p15:clr>
            <a:srgbClr val="C35EA4"/>
          </p15:clr>
        </p15:guide>
        <p15:guide id="14" orient="horz" pos="3906">
          <p15:clr>
            <a:srgbClr val="C35EA4"/>
          </p15:clr>
        </p15:guide>
        <p15:guide id="15" pos="3987">
          <p15:clr>
            <a:srgbClr val="9FCC3B"/>
          </p15:clr>
        </p15:guide>
        <p15:guide id="16" pos="4091">
          <p15:clr>
            <a:srgbClr val="C35EA4"/>
          </p15:clr>
        </p15:guide>
        <p15:guide id="17" pos="3887">
          <p15:clr>
            <a:srgbClr val="C35EA4"/>
          </p15:clr>
        </p15:guide>
        <p15:guide id="18" orient="horz" pos="867">
          <p15:clr>
            <a:srgbClr val="C35EA4"/>
          </p15:clr>
        </p15:guide>
        <p15:guide id="19" orient="horz" pos="436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platzhalter 1"/>
          <p:cNvSpPr>
            <a:spLocks noGrp="1"/>
          </p:cNvSpPr>
          <p:nvPr>
            <p:ph type="title"/>
          </p:nvPr>
        </p:nvSpPr>
        <p:spPr>
          <a:xfrm>
            <a:off x="806031" y="692151"/>
            <a:ext cx="11048009" cy="68421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de-DE" dirty="0"/>
              <a:t>Titel Inhaltsfolie einzeilig</a:t>
            </a:r>
            <a:endParaRPr lang="de-CH" dirty="0"/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CCF8EB6-970F-4B91-8E46-5B6411EAA2E4}"/>
              </a:ext>
            </a:extLst>
          </p:cNvPr>
          <p:cNvCxnSpPr>
            <a:cxnSpLocks/>
          </p:cNvCxnSpPr>
          <p:nvPr/>
        </p:nvCxnSpPr>
        <p:spPr>
          <a:xfrm>
            <a:off x="802540" y="6454846"/>
            <a:ext cx="5872" cy="40315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atumsplatzhalter 2">
            <a:extLst>
              <a:ext uri="{FF2B5EF4-FFF2-40B4-BE49-F238E27FC236}">
                <a16:creationId xmlns:a16="http://schemas.microsoft.com/office/drawing/2014/main" id="{DD859570-9479-4CD6-9E5E-B8BCB591E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91083" y="6453187"/>
            <a:ext cx="3374892" cy="17938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199"/>
            </a:lvl1pPr>
          </a:lstStyle>
          <a:p>
            <a:fld id="{28B80E4A-F2A2-4CE0-81C0-CFA39EBCD7E5}" type="datetime1">
              <a:rPr lang="en-GB" smtClean="0"/>
              <a:t>02/02/2026</a:t>
            </a:fld>
            <a:endParaRPr lang="en-GB"/>
          </a:p>
        </p:txBody>
      </p:sp>
      <p:sp>
        <p:nvSpPr>
          <p:cNvPr id="52" name="Fußzeilenplatzhalter 3">
            <a:extLst>
              <a:ext uri="{FF2B5EF4-FFF2-40B4-BE49-F238E27FC236}">
                <a16:creationId xmlns:a16="http://schemas.microsoft.com/office/drawing/2014/main" id="{2A1BCD4E-392B-40D0-9259-9419E7635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6031" y="6454846"/>
            <a:ext cx="5361371" cy="332663"/>
          </a:xfrm>
          <a:prstGeom prst="rect">
            <a:avLst/>
          </a:prstGeom>
        </p:spPr>
        <p:txBody>
          <a:bodyPr lIns="108000" tIns="0" rIns="0" bIns="0"/>
          <a:lstStyle>
            <a:lvl1pPr algn="l">
              <a:defRPr sz="1199"/>
            </a:lvl1pPr>
          </a:lstStyle>
          <a:p>
            <a:endParaRPr lang="en-GB"/>
          </a:p>
        </p:txBody>
      </p:sp>
      <p:sp>
        <p:nvSpPr>
          <p:cNvPr id="53" name="Foliennummernplatzhalter 4">
            <a:extLst>
              <a:ext uri="{FF2B5EF4-FFF2-40B4-BE49-F238E27FC236}">
                <a16:creationId xmlns:a16="http://schemas.microsoft.com/office/drawing/2014/main" id="{F6E723C3-915C-402C-9570-E97A66A8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8856" y="6453188"/>
            <a:ext cx="537174" cy="179387"/>
          </a:xfrm>
          <a:prstGeom prst="rect">
            <a:avLst/>
          </a:prstGeom>
        </p:spPr>
        <p:txBody>
          <a:bodyPr lIns="0" tIns="0" rIns="108000" bIns="0"/>
          <a:lstStyle>
            <a:lvl1pPr algn="r">
              <a:defRPr sz="1199">
                <a:solidFill>
                  <a:schemeClr val="tx1"/>
                </a:solidFill>
              </a:defRPr>
            </a:lvl1pPr>
          </a:lstStyle>
          <a:p>
            <a:fld id="{D1BF17DE-DB4A-4A58-B2AB-A2EB22A2F426}" type="slidenum">
              <a:rPr lang="en-GB" smtClean="0"/>
              <a:t>‹Nr.›</a:t>
            </a:fld>
            <a:endParaRPr lang="en-GB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2868" y="6244316"/>
            <a:ext cx="1339527" cy="629524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802540" y="1449389"/>
            <a:ext cx="11051498" cy="47513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4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518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hf hdr="0" ftr="0" dt="0"/>
  <p:txStyles>
    <p:titleStyle>
      <a:lvl1pPr algn="l" defTabSz="609463" rtl="0" eaLnBrk="1" latinLnBrk="0" hangingPunct="1">
        <a:lnSpc>
          <a:spcPct val="120000"/>
        </a:lnSpc>
        <a:spcBef>
          <a:spcPct val="0"/>
        </a:spcBef>
        <a:buNone/>
        <a:defRPr sz="3198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1874" indent="-251874" algn="l" defTabSz="609463" rtl="0" eaLnBrk="1" latinLnBrk="0" hangingPunct="1">
        <a:spcBef>
          <a:spcPts val="1799"/>
        </a:spcBef>
        <a:buClr>
          <a:schemeClr val="tx2"/>
        </a:buClr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1pPr>
      <a:lvl2pPr marL="503748" indent="-251874" algn="l" defTabSz="609463" rtl="0" eaLnBrk="1" latinLnBrk="0" hangingPunct="1">
        <a:spcBef>
          <a:spcPts val="1199"/>
        </a:spcBef>
        <a:buClr>
          <a:schemeClr val="tx1"/>
        </a:buClr>
        <a:buSzPct val="80000"/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755622" indent="-251874" algn="l" defTabSz="609463" rtl="0" eaLnBrk="1" latinLnBrk="0" hangingPunct="1">
        <a:spcBef>
          <a:spcPts val="999"/>
        </a:spcBef>
        <a:buSzPct val="90000"/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3pPr>
      <a:lvl4pPr marL="1007496" indent="-251874" algn="l" defTabSz="609463" rtl="0" eaLnBrk="1" latinLnBrk="0" hangingPunct="1">
        <a:spcBef>
          <a:spcPts val="60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4pPr>
      <a:lvl5pPr marL="1259370" marR="0" indent="-251874" algn="l" defTabSz="609463" rtl="0" eaLnBrk="1" fontAlgn="auto" latinLnBrk="0" hangingPunct="1">
        <a:lnSpc>
          <a:spcPct val="120000"/>
        </a:lnSpc>
        <a:spcBef>
          <a:spcPts val="60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599" kern="1200">
          <a:solidFill>
            <a:schemeClr val="tx1"/>
          </a:solidFill>
          <a:latin typeface="+mn-lt"/>
          <a:ea typeface="+mn-ea"/>
          <a:cs typeface="+mn-cs"/>
        </a:defRPr>
      </a:lvl5pPr>
      <a:lvl6pPr marL="1511244" indent="-251874" algn="l" defTabSz="610882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599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63118" indent="-251874" algn="l" defTabSz="609463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599" kern="1200">
          <a:solidFill>
            <a:schemeClr val="tx1"/>
          </a:solidFill>
          <a:latin typeface="+mn-lt"/>
          <a:ea typeface="+mn-ea"/>
          <a:cs typeface="+mn-cs"/>
        </a:defRPr>
      </a:lvl7pPr>
      <a:lvl8pPr marL="4570970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8pPr>
      <a:lvl9pPr marL="5180433" indent="-304732" algn="l" defTabSz="609463" rtl="0" eaLnBrk="1" latinLnBrk="0" hangingPunct="1">
        <a:spcBef>
          <a:spcPct val="20000"/>
        </a:spcBef>
        <a:buFont typeface="Arial"/>
        <a:buChar char="•"/>
        <a:defRPr sz="26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463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8925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388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7851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314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6777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239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5702" algn="l" defTabSz="609463" rtl="0" eaLnBrk="1" latinLnBrk="0" hangingPunct="1">
        <a:defRPr sz="1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08">
          <p15:clr>
            <a:srgbClr val="547EBF"/>
          </p15:clr>
        </p15:guide>
        <p15:guide id="7" pos="7471">
          <p15:clr>
            <a:srgbClr val="547EBF"/>
          </p15:clr>
        </p15:guide>
        <p15:guide id="8" orient="horz" pos="210">
          <p15:clr>
            <a:srgbClr val="547EBF"/>
          </p15:clr>
        </p15:guide>
        <p15:guide id="9" orient="horz" pos="4065">
          <p15:clr>
            <a:srgbClr val="C35EA4"/>
          </p15:clr>
        </p15:guide>
        <p15:guide id="10" orient="horz" pos="4156">
          <p15:clr>
            <a:srgbClr val="547EBF"/>
          </p15:clr>
        </p15:guide>
        <p15:guide id="12" orient="horz" pos="391">
          <p15:clr>
            <a:srgbClr val="C35EA4"/>
          </p15:clr>
        </p15:guide>
        <p15:guide id="13" orient="horz" pos="913">
          <p15:clr>
            <a:srgbClr val="C35EA4"/>
          </p15:clr>
        </p15:guide>
        <p15:guide id="14" orient="horz" pos="3906">
          <p15:clr>
            <a:srgbClr val="C35EA4"/>
          </p15:clr>
        </p15:guide>
        <p15:guide id="15" pos="3987">
          <p15:clr>
            <a:srgbClr val="9FCC3B"/>
          </p15:clr>
        </p15:guide>
        <p15:guide id="16" pos="4091">
          <p15:clr>
            <a:srgbClr val="C35EA4"/>
          </p15:clr>
        </p15:guide>
        <p15:guide id="17" pos="3887">
          <p15:clr>
            <a:srgbClr val="C35EA4"/>
          </p15:clr>
        </p15:guide>
        <p15:guide id="18" orient="horz" pos="867">
          <p15:clr>
            <a:srgbClr val="C35EA4"/>
          </p15:clr>
        </p15:guide>
        <p15:guide id="19" orient="horz" pos="43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836181" y="3429000"/>
            <a:ext cx="6787409" cy="1638709"/>
          </a:xfrm>
        </p:spPr>
        <p:txBody>
          <a:bodyPr>
            <a:normAutofit/>
          </a:bodyPr>
          <a:lstStyle/>
          <a:p>
            <a:r>
              <a:rPr lang="de-DE" noProof="0" dirty="0"/>
              <a:t>Analyse und Test von Methoden</a:t>
            </a:r>
            <a:br>
              <a:rPr lang="de-DE" noProof="0" dirty="0"/>
            </a:br>
            <a:r>
              <a:rPr lang="de-DE" noProof="0" dirty="0"/>
              <a:t>zur automatischen Reglersynthese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de-DE" noProof="0" dirty="0"/>
              <a:t>ECE, Bachelorarbeit</a:t>
            </a:r>
          </a:p>
          <a:p>
            <a:endParaRPr lang="de-DE" noProof="0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9"/>
          </p:nvPr>
        </p:nvSpPr>
        <p:spPr>
          <a:xfrm>
            <a:off x="4830948" y="5085166"/>
            <a:ext cx="6787409" cy="421127"/>
          </a:xfrm>
        </p:spPr>
        <p:txBody>
          <a:bodyPr/>
          <a:lstStyle/>
          <a:p>
            <a:r>
              <a:rPr lang="de-DE" noProof="0" dirty="0"/>
              <a:t>Alex Krieg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1EA0FBD-1B43-8EA9-9A4D-366AE60653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961" y="6403179"/>
            <a:ext cx="1633964" cy="124945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CA538E1F-1D81-AF1A-2482-1EB4A66A384E}"/>
              </a:ext>
            </a:extLst>
          </p:cNvPr>
          <p:cNvSpPr txBox="1"/>
          <p:nvPr/>
        </p:nvSpPr>
        <p:spPr>
          <a:xfrm>
            <a:off x="11137821" y="2261487"/>
            <a:ext cx="0" cy="0"/>
          </a:xfrm>
          <a:prstGeom prst="rect">
            <a:avLst/>
          </a:prstGeom>
          <a:noFill/>
        </p:spPr>
        <p:txBody>
          <a:bodyPr wrap="none" lIns="107944" tIns="35981" rIns="107944" bIns="107944" rtlCol="0">
            <a:normAutofit fontScale="25000" lnSpcReduction="20000"/>
          </a:bodyPr>
          <a:lstStyle/>
          <a:p>
            <a:pPr marL="251874" indent="-251874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DE" sz="1999" noProof="0" dirty="0"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2240993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B272A23-DD7E-858F-1802-C212FD76682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2FFBF88-AA9C-49EB-90C4-9C9B1CABFD1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904B65A-FB1A-B72F-46F6-5A8DDCAE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Inhalt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19EA9E00-5695-896A-714D-44FE316FF495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de-DE" dirty="0"/>
          </a:p>
          <a:p>
            <a:r>
              <a:rPr lang="de-DE" dirty="0"/>
              <a:t>Problemstellung &amp; Ziele der Arbeit</a:t>
            </a:r>
          </a:p>
          <a:p>
            <a:r>
              <a:rPr lang="de-DE" dirty="0"/>
              <a:t>Methoden im Überblick</a:t>
            </a:r>
          </a:p>
          <a:p>
            <a:r>
              <a:rPr lang="de-DE" dirty="0"/>
              <a:t>Ergebnis der Regler</a:t>
            </a:r>
          </a:p>
          <a:p>
            <a:r>
              <a:rPr lang="de-DE" dirty="0"/>
              <a:t>Fazit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33037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E412D7C-B907-BC01-C094-38B555389D0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noProof="0" dirty="0"/>
              <a:t>Einleitung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CC4917-B4B9-A6F5-A4A7-2DF598994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noProof="0" dirty="0"/>
              <a:t>Problemstellung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115EB04B-DBF9-E852-C375-F09FA4F86A97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de-DE" noProof="0" dirty="0"/>
          </a:p>
          <a:p>
            <a:r>
              <a:rPr lang="de-DE" noProof="0" dirty="0"/>
              <a:t>Viele Möglichkeiten einen Regler automatisiert auszulegen</a:t>
            </a:r>
          </a:p>
          <a:p>
            <a:r>
              <a:rPr lang="de-DE" noProof="0" dirty="0"/>
              <a:t>Benötigtes Modellwissen über den Prozess</a:t>
            </a:r>
          </a:p>
          <a:p>
            <a:r>
              <a:rPr lang="de-DE" noProof="0" dirty="0"/>
              <a:t>Parametrisierung der Methode 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5EADBB1-6205-B21A-7FB8-7A051933F50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de-DE" noProof="0" smtClean="0"/>
              <a:t>3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12613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5">
            <a:extLst>
              <a:ext uri="{FF2B5EF4-FFF2-40B4-BE49-F238E27FC236}">
                <a16:creationId xmlns:a16="http://schemas.microsoft.com/office/drawing/2014/main" id="{5714EABE-6937-D47F-F260-97B1328D9B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noProof="0" dirty="0"/>
              <a:t>Einleitung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E05D654D-2762-D120-11CA-2E68727C5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noProof="0" dirty="0"/>
              <a:t>Ziel der Arbeit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A987AFD-8B6B-4B03-4EA8-E6134D362ED2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de-DE" noProof="0" dirty="0"/>
          </a:p>
          <a:p>
            <a:r>
              <a:rPr lang="de-DE" noProof="0" dirty="0"/>
              <a:t>Mehrere Optimierungsmethoden miteinander vergleichen</a:t>
            </a:r>
          </a:p>
          <a:p>
            <a:r>
              <a:rPr lang="de-DE" noProof="0" dirty="0"/>
              <a:t>Vor- und Nachteile der Methoden identifizieren</a:t>
            </a:r>
          </a:p>
          <a:p>
            <a:r>
              <a:rPr lang="de-DE" noProof="0" dirty="0"/>
              <a:t>Die Eignung der Methoden auf bestimmte Prozesse und Regelverhalten prüfen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7363421-33B6-16E6-709A-2550A6333E1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de-DE" noProof="0" smtClean="0"/>
              <a:t>4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540618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A9F78F8B-C670-FF37-BE9D-C4562C56C59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AABBBA9-6314-21A0-561B-437D06A0E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noProof="0" dirty="0"/>
              <a:t>Verwendete Regelstrecken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80251C-AF73-4483-E634-86451C39EBD2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DE" noProof="0" dirty="0"/>
              <a:t>DC-Motor (PT1)</a:t>
            </a:r>
          </a:p>
          <a:p>
            <a:pPr lvl="1"/>
            <a:r>
              <a:rPr lang="de-DE" noProof="0" dirty="0"/>
              <a:t>Regelung der Drehzahl</a:t>
            </a:r>
          </a:p>
          <a:p>
            <a:pPr marL="251874" lvl="1" indent="0">
              <a:buNone/>
            </a:pPr>
            <a:endParaRPr lang="de-DE" noProof="0" dirty="0"/>
          </a:p>
          <a:p>
            <a:pPr marL="251874" lvl="1" indent="0">
              <a:buNone/>
            </a:pPr>
            <a:endParaRPr lang="de-DE" noProof="0" dirty="0"/>
          </a:p>
          <a:p>
            <a:pPr marL="251874" lvl="1" indent="0">
              <a:buNone/>
            </a:pPr>
            <a:endParaRPr lang="de-DE" noProof="0" dirty="0"/>
          </a:p>
          <a:p>
            <a:r>
              <a:rPr lang="de-DE" noProof="0" dirty="0"/>
              <a:t>Motor mit Schwungmasse (PT2)</a:t>
            </a:r>
          </a:p>
          <a:p>
            <a:pPr lvl="1"/>
            <a:r>
              <a:rPr lang="de-DE" noProof="0" dirty="0"/>
              <a:t>Regelung des Drehwinkels</a:t>
            </a: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4080AA9A-3F9F-0957-5965-3B9D8BFB0316}"/>
              </a:ext>
            </a:extLst>
          </p:cNvPr>
          <p:cNvCxnSpPr>
            <a:cxnSpLocks/>
          </p:cNvCxnSpPr>
          <p:nvPr/>
        </p:nvCxnSpPr>
        <p:spPr>
          <a:xfrm>
            <a:off x="806029" y="3429000"/>
            <a:ext cx="11048010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1A78C2A1-41F6-A705-7B90-292BAF20AC8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de-DE" noProof="0" smtClean="0"/>
              <a:t>5</a:t>
            </a:fld>
            <a:endParaRPr lang="de-DE" noProof="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710DD86-324F-D54F-A9F8-A9FC114BC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7029" y="3739578"/>
            <a:ext cx="5277853" cy="2149652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C756D42D-A1E7-9FE3-5656-AEAEC3B53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749" y="1743636"/>
            <a:ext cx="3491115" cy="114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1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E842FA-7A09-A420-4FEC-F1658FBEA6A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DE" noProof="0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4E07B1-54DE-B675-F38F-D58985E0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noProof="0" dirty="0"/>
              <a:t>Untersuchte Methoden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9724B66-150A-F033-7699-03F23EC8C815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de-DE" noProof="0" dirty="0"/>
          </a:p>
          <a:p>
            <a:r>
              <a:rPr lang="de-DE" noProof="0" dirty="0"/>
              <a:t>Systune von MATLAB</a:t>
            </a:r>
          </a:p>
          <a:p>
            <a:r>
              <a:rPr lang="de-DE" noProof="0" dirty="0"/>
              <a:t>Genetischer Algorithmus</a:t>
            </a:r>
          </a:p>
          <a:p>
            <a:r>
              <a:rPr lang="de-DE" noProof="0" dirty="0"/>
              <a:t>Differential Evolution</a:t>
            </a:r>
          </a:p>
          <a:p>
            <a:pPr marL="0" indent="0">
              <a:buNone/>
            </a:pPr>
            <a:endParaRPr lang="de-DE" noProof="0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201347-B560-E069-A227-DE76B670FEA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de-DE" noProof="0" smtClean="0"/>
              <a:t>6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70027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6">
            <a:extLst>
              <a:ext uri="{FF2B5EF4-FFF2-40B4-BE49-F238E27FC236}">
                <a16:creationId xmlns:a16="http://schemas.microsoft.com/office/drawing/2014/main" id="{7B1FC903-948E-BDF1-3328-9E50C0F6A1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noProof="0" dirty="0"/>
              <a:t>Eigenschaften der Methoden</a:t>
            </a: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909D46BD-C7F6-846C-6F93-F6CBB19A6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31" y="873125"/>
            <a:ext cx="6252543" cy="503239"/>
          </a:xfrm>
        </p:spPr>
        <p:txBody>
          <a:bodyPr>
            <a:normAutofit fontScale="90000"/>
          </a:bodyPr>
          <a:lstStyle/>
          <a:p>
            <a:r>
              <a:rPr lang="de-DE" noProof="0" dirty="0"/>
              <a:t>Systune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C0F6A32-E0A5-5BB6-3072-6813BD3D7BE8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6031" y="3969488"/>
            <a:ext cx="5289969" cy="2231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noProof="0" dirty="0"/>
              <a:t>+ Vorhandene Toolbox</a:t>
            </a:r>
            <a:br>
              <a:rPr lang="de-DE" sz="1600" noProof="0" dirty="0"/>
            </a:br>
            <a:r>
              <a:rPr lang="de-DE" sz="1600" noProof="0" dirty="0"/>
              <a:t>+ Mit wenig MATLAB-Code umsetzbar</a:t>
            </a:r>
            <a:br>
              <a:rPr lang="de-DE" sz="1600" noProof="0" dirty="0"/>
            </a:br>
            <a:r>
              <a:rPr lang="de-DE" sz="1600" noProof="0" dirty="0"/>
              <a:t>+ Tuning-Goals sind einfach kombinierbar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7F87132D-F96F-2D62-D5F8-B23CCA649C13}"/>
              </a:ext>
            </a:extLst>
          </p:cNvPr>
          <p:cNvSpPr txBox="1">
            <a:spLocks/>
          </p:cNvSpPr>
          <p:nvPr/>
        </p:nvSpPr>
        <p:spPr>
          <a:xfrm>
            <a:off x="806031" y="1449390"/>
            <a:ext cx="11048009" cy="2520097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251874" indent="-251874" algn="l" defTabSz="609463" rtl="0" eaLnBrk="1" latinLnBrk="0" hangingPunct="1">
              <a:spcBef>
                <a:spcPts val="1799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748" indent="-251874" algn="l" defTabSz="609463" rtl="0" eaLnBrk="1" latinLnBrk="0" hangingPunct="1">
              <a:spcBef>
                <a:spcPts val="1199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22" indent="-251874" algn="l" defTabSz="609463" rtl="0" eaLnBrk="1" latinLnBrk="0" hangingPunct="1">
              <a:spcBef>
                <a:spcPts val="999"/>
              </a:spcBef>
              <a:buSzPct val="90000"/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7496" indent="-251874" algn="l" defTabSz="609463" rtl="0" eaLnBrk="1" latinLnBrk="0" hangingPunct="1">
              <a:spcBef>
                <a:spcPts val="600"/>
              </a:spcBef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9370" marR="0" indent="-251874" algn="l" defTabSz="609463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11244" indent="-251874" algn="l" defTabSz="610882" rtl="0" eaLnBrk="1" latinLnBrk="0" hangingPunct="1">
              <a:lnSpc>
                <a:spcPct val="12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5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63118" indent="-251874" algn="l" defTabSz="609463" rtl="0" eaLnBrk="1" latinLnBrk="0" hangingPunct="1">
              <a:lnSpc>
                <a:spcPct val="12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970" indent="-304732" algn="l" defTabSz="609463" rtl="0" eaLnBrk="1" latinLnBrk="0" hangingPunct="1">
              <a:spcBef>
                <a:spcPct val="20000"/>
              </a:spcBef>
              <a:buFont typeface="Arial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433" indent="-304732" algn="l" defTabSz="609463" rtl="0" eaLnBrk="1" latinLnBrk="0" hangingPunct="1">
              <a:spcBef>
                <a:spcPct val="20000"/>
              </a:spcBef>
              <a:buFont typeface="Arial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noProof="0" dirty="0"/>
          </a:p>
          <a:p>
            <a:r>
              <a:rPr lang="de-DE" noProof="0" dirty="0"/>
              <a:t>Systemverhalten vorgeben</a:t>
            </a:r>
          </a:p>
          <a:p>
            <a:pPr lvl="1"/>
            <a:r>
              <a:rPr lang="de-DE" noProof="0" dirty="0"/>
              <a:t>Tuning-Goals</a:t>
            </a:r>
          </a:p>
          <a:p>
            <a:r>
              <a:rPr lang="de-DE" noProof="0" dirty="0"/>
              <a:t>Modellwissen</a:t>
            </a:r>
          </a:p>
          <a:p>
            <a:pPr lvl="1"/>
            <a:r>
              <a:rPr lang="de-DE" noProof="0" dirty="0"/>
              <a:t>Modell muss vorhanden sein</a:t>
            </a:r>
          </a:p>
          <a:p>
            <a:pPr lvl="1"/>
            <a:r>
              <a:rPr lang="de-DE" noProof="0" dirty="0"/>
              <a:t>Modell darf instabil sein</a:t>
            </a:r>
          </a:p>
          <a:p>
            <a:pPr lvl="1"/>
            <a:r>
              <a:rPr lang="de-DE" noProof="0" dirty="0"/>
              <a:t>Modell muss linear sein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noProof="0" dirty="0"/>
          </a:p>
        </p:txBody>
      </p:sp>
      <p:sp>
        <p:nvSpPr>
          <p:cNvPr id="12" name="Inhaltsplatzhalter 5">
            <a:extLst>
              <a:ext uri="{FF2B5EF4-FFF2-40B4-BE49-F238E27FC236}">
                <a16:creationId xmlns:a16="http://schemas.microsoft.com/office/drawing/2014/main" id="{B630B79C-E59E-AA3C-E651-4F981E65E7D9}"/>
              </a:ext>
            </a:extLst>
          </p:cNvPr>
          <p:cNvSpPr txBox="1">
            <a:spLocks/>
          </p:cNvSpPr>
          <p:nvPr/>
        </p:nvSpPr>
        <p:spPr>
          <a:xfrm>
            <a:off x="6096000" y="3969488"/>
            <a:ext cx="5289969" cy="22312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51874" indent="-251874" algn="l" defTabSz="609463" rtl="0" eaLnBrk="1" latinLnBrk="0" hangingPunct="1">
              <a:spcBef>
                <a:spcPts val="1799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748" indent="-251874" algn="l" defTabSz="609463" rtl="0" eaLnBrk="1" latinLnBrk="0" hangingPunct="1">
              <a:spcBef>
                <a:spcPts val="1199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22" indent="-251874" algn="l" defTabSz="609463" rtl="0" eaLnBrk="1" latinLnBrk="0" hangingPunct="1">
              <a:spcBef>
                <a:spcPts val="999"/>
              </a:spcBef>
              <a:buSzPct val="90000"/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7496" indent="-251874" algn="l" defTabSz="609463" rtl="0" eaLnBrk="1" latinLnBrk="0" hangingPunct="1">
              <a:spcBef>
                <a:spcPts val="600"/>
              </a:spcBef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9370" marR="0" indent="-251874" algn="l" defTabSz="609463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11244" indent="-251874" algn="l" defTabSz="610882" rtl="0" eaLnBrk="1" latinLnBrk="0" hangingPunct="1">
              <a:lnSpc>
                <a:spcPct val="12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5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63118" indent="-251874" algn="l" defTabSz="609463" rtl="0" eaLnBrk="1" latinLnBrk="0" hangingPunct="1">
              <a:lnSpc>
                <a:spcPct val="12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970" indent="-304732" algn="l" defTabSz="609463" rtl="0" eaLnBrk="1" latinLnBrk="0" hangingPunct="1">
              <a:spcBef>
                <a:spcPct val="20000"/>
              </a:spcBef>
              <a:buFont typeface="Arial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433" indent="-304732" algn="l" defTabSz="609463" rtl="0" eaLnBrk="1" latinLnBrk="0" hangingPunct="1">
              <a:spcBef>
                <a:spcPct val="20000"/>
              </a:spcBef>
              <a:buFont typeface="Arial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noProof="0" dirty="0"/>
              <a:t>- Benötigt MATLAB</a:t>
            </a:r>
            <a:br>
              <a:rPr lang="de-DE" sz="1600" noProof="0" dirty="0"/>
            </a:br>
            <a:r>
              <a:rPr lang="de-DE" sz="1600" noProof="0" dirty="0"/>
              <a:t>- Vorhandene Tuning-Goals nicht immer ausreichend</a:t>
            </a:r>
            <a:br>
              <a:rPr lang="de-DE" sz="1600" noProof="0" dirty="0"/>
            </a:br>
            <a:r>
              <a:rPr lang="de-DE" sz="1600" noProof="0" dirty="0"/>
              <a:t>- Nur lineare Systeme optimierbar</a:t>
            </a:r>
            <a:br>
              <a:rPr lang="de-DE" sz="1600" noProof="0" dirty="0"/>
            </a:br>
            <a:r>
              <a:rPr lang="de-DE" sz="1600" noProof="0" dirty="0"/>
              <a:t>- Auswertung der Optimierung ist teilweise schwierig</a:t>
            </a:r>
          </a:p>
          <a:p>
            <a:pPr marL="0" indent="0">
              <a:buNone/>
            </a:pPr>
            <a:endParaRPr lang="de-DE" sz="1600" noProof="0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00E9981-1D84-4713-B450-4F771A994B1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de-DE" noProof="0" smtClean="0"/>
              <a:t>7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6563817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8FEF52C4-EA9C-6711-3D3F-93A19F185B8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noProof="0" dirty="0"/>
              <a:t>Eigenschaften der Methoden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C6FEE9AB-71B7-36E6-39B4-5DF05821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31" y="1090993"/>
            <a:ext cx="10579938" cy="285371"/>
          </a:xfrm>
        </p:spPr>
        <p:txBody>
          <a:bodyPr>
            <a:normAutofit fontScale="90000"/>
          </a:bodyPr>
          <a:lstStyle/>
          <a:p>
            <a:r>
              <a:rPr lang="de-DE" noProof="0" dirty="0"/>
              <a:t>Genetischer Algorithmus (GE) &amp; Differential Evolution (DE)</a:t>
            </a:r>
          </a:p>
        </p:txBody>
      </p:sp>
      <p:sp>
        <p:nvSpPr>
          <p:cNvPr id="5" name="Inhaltsplatzhalter 5">
            <a:extLst>
              <a:ext uri="{FF2B5EF4-FFF2-40B4-BE49-F238E27FC236}">
                <a16:creationId xmlns:a16="http://schemas.microsoft.com/office/drawing/2014/main" id="{73F31546-FA3C-71F5-E734-F03489B0D1F5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6031" y="3969488"/>
            <a:ext cx="5289969" cy="22312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600" noProof="0" dirty="0"/>
              <a:t>+ Sehr flexibel</a:t>
            </a:r>
            <a:br>
              <a:rPr lang="de-DE" sz="1600" noProof="0" dirty="0"/>
            </a:br>
            <a:r>
              <a:rPr lang="de-DE" sz="1600" noProof="0" dirty="0"/>
              <a:t>+ </a:t>
            </a:r>
            <a:r>
              <a:rPr lang="de-DE" sz="1600" dirty="0"/>
              <a:t>Fehlerfunktion</a:t>
            </a:r>
            <a:r>
              <a:rPr lang="de-DE" sz="1600" noProof="0" dirty="0"/>
              <a:t> ist frei definierbar</a:t>
            </a:r>
            <a:br>
              <a:rPr lang="de-DE" sz="1600" noProof="0" dirty="0"/>
            </a:br>
            <a:r>
              <a:rPr lang="de-DE" sz="1600" noProof="0" dirty="0"/>
              <a:t>+ Teilkriterien der Fehlerfunktion können beliebig</a:t>
            </a:r>
            <a:br>
              <a:rPr lang="de-DE" sz="1600" noProof="0" dirty="0"/>
            </a:br>
            <a:r>
              <a:rPr lang="de-DE" sz="1600" noProof="0" dirty="0"/>
              <a:t>   gewichtet werden</a:t>
            </a:r>
            <a:br>
              <a:rPr lang="de-DE" sz="1600" noProof="0" dirty="0"/>
            </a:br>
            <a:endParaRPr lang="de-DE" sz="1600" noProof="0" dirty="0"/>
          </a:p>
          <a:p>
            <a:pPr marL="0" indent="0">
              <a:buNone/>
            </a:pPr>
            <a:endParaRPr lang="de-DE" sz="1600" noProof="0" dirty="0"/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EE329327-0010-4F5D-9DA6-5E5393EE560F}"/>
              </a:ext>
            </a:extLst>
          </p:cNvPr>
          <p:cNvSpPr txBox="1">
            <a:spLocks/>
          </p:cNvSpPr>
          <p:nvPr/>
        </p:nvSpPr>
        <p:spPr>
          <a:xfrm>
            <a:off x="806031" y="1449390"/>
            <a:ext cx="11048009" cy="2520097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251874" indent="-251874" algn="l" defTabSz="609463" rtl="0" eaLnBrk="1" latinLnBrk="0" hangingPunct="1">
              <a:spcBef>
                <a:spcPts val="1799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748" indent="-251874" algn="l" defTabSz="609463" rtl="0" eaLnBrk="1" latinLnBrk="0" hangingPunct="1">
              <a:spcBef>
                <a:spcPts val="1199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22" indent="-251874" algn="l" defTabSz="609463" rtl="0" eaLnBrk="1" latinLnBrk="0" hangingPunct="1">
              <a:spcBef>
                <a:spcPts val="999"/>
              </a:spcBef>
              <a:buSzPct val="90000"/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7496" indent="-251874" algn="l" defTabSz="609463" rtl="0" eaLnBrk="1" latinLnBrk="0" hangingPunct="1">
              <a:spcBef>
                <a:spcPts val="600"/>
              </a:spcBef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9370" marR="0" indent="-251874" algn="l" defTabSz="609463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11244" indent="-251874" algn="l" defTabSz="610882" rtl="0" eaLnBrk="1" latinLnBrk="0" hangingPunct="1">
              <a:lnSpc>
                <a:spcPct val="12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5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63118" indent="-251874" algn="l" defTabSz="609463" rtl="0" eaLnBrk="1" latinLnBrk="0" hangingPunct="1">
              <a:lnSpc>
                <a:spcPct val="12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970" indent="-304732" algn="l" defTabSz="609463" rtl="0" eaLnBrk="1" latinLnBrk="0" hangingPunct="1">
              <a:spcBef>
                <a:spcPct val="20000"/>
              </a:spcBef>
              <a:buFont typeface="Arial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433" indent="-304732" algn="l" defTabSz="609463" rtl="0" eaLnBrk="1" latinLnBrk="0" hangingPunct="1">
              <a:spcBef>
                <a:spcPct val="20000"/>
              </a:spcBef>
              <a:buFont typeface="Arial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noProof="0" dirty="0"/>
          </a:p>
          <a:p>
            <a:r>
              <a:rPr lang="de-DE" noProof="0" dirty="0"/>
              <a:t>Systemverhalten vorgeben</a:t>
            </a:r>
          </a:p>
          <a:p>
            <a:pPr lvl="1"/>
            <a:r>
              <a:rPr lang="de-DE" noProof="0" dirty="0"/>
              <a:t>Fehlerfunktion</a:t>
            </a:r>
          </a:p>
          <a:p>
            <a:r>
              <a:rPr lang="de-DE" noProof="0" dirty="0"/>
              <a:t>Modellwissen</a:t>
            </a:r>
          </a:p>
          <a:p>
            <a:pPr lvl="1"/>
            <a:r>
              <a:rPr lang="de-DE" noProof="0" dirty="0"/>
              <a:t>Modell muss vorhanden sein</a:t>
            </a:r>
          </a:p>
          <a:p>
            <a:pPr lvl="1"/>
            <a:r>
              <a:rPr lang="de-DE" noProof="0" dirty="0"/>
              <a:t>Modell darf instabil sein</a:t>
            </a:r>
          </a:p>
          <a:p>
            <a:pPr lvl="1"/>
            <a:r>
              <a:rPr lang="de-DE" noProof="0" dirty="0"/>
              <a:t>Modell darf nichtlinear sein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noProof="0" dirty="0"/>
          </a:p>
        </p:txBody>
      </p:sp>
      <p:sp>
        <p:nvSpPr>
          <p:cNvPr id="7" name="Inhaltsplatzhalter 5">
            <a:extLst>
              <a:ext uri="{FF2B5EF4-FFF2-40B4-BE49-F238E27FC236}">
                <a16:creationId xmlns:a16="http://schemas.microsoft.com/office/drawing/2014/main" id="{B99A6B31-2D33-4969-2ACC-3BBFAC6378E8}"/>
              </a:ext>
            </a:extLst>
          </p:cNvPr>
          <p:cNvSpPr txBox="1">
            <a:spLocks/>
          </p:cNvSpPr>
          <p:nvPr/>
        </p:nvSpPr>
        <p:spPr>
          <a:xfrm>
            <a:off x="6096000" y="3969488"/>
            <a:ext cx="5289969" cy="223128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51874" indent="-251874" algn="l" defTabSz="609463" rtl="0" eaLnBrk="1" latinLnBrk="0" hangingPunct="1">
              <a:spcBef>
                <a:spcPts val="1799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9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3748" indent="-251874" algn="l" defTabSz="609463" rtl="0" eaLnBrk="1" latinLnBrk="0" hangingPunct="1">
              <a:spcBef>
                <a:spcPts val="1199"/>
              </a:spcBef>
              <a:buClr>
                <a:schemeClr val="tx1"/>
              </a:buClr>
              <a:buSzPct val="80000"/>
              <a:buFont typeface="Arial" panose="020B0604020202020204" pitchFamily="34" charset="0"/>
              <a:buChar char="•"/>
              <a:defRPr sz="17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5622" indent="-251874" algn="l" defTabSz="609463" rtl="0" eaLnBrk="1" latinLnBrk="0" hangingPunct="1">
              <a:spcBef>
                <a:spcPts val="999"/>
              </a:spcBef>
              <a:buSzPct val="90000"/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7496" indent="-251874" algn="l" defTabSz="609463" rtl="0" eaLnBrk="1" latinLnBrk="0" hangingPunct="1">
              <a:spcBef>
                <a:spcPts val="600"/>
              </a:spcBef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59370" marR="0" indent="-251874" algn="l" defTabSz="609463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Symbol" panose="05050102010706020507" pitchFamily="18" charset="2"/>
              <a:buChar char="-"/>
              <a:tabLst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11244" indent="-251874" algn="l" defTabSz="610882" rtl="0" eaLnBrk="1" latinLnBrk="0" hangingPunct="1">
              <a:lnSpc>
                <a:spcPct val="12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5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63118" indent="-251874" algn="l" defTabSz="609463" rtl="0" eaLnBrk="1" latinLnBrk="0" hangingPunct="1">
              <a:lnSpc>
                <a:spcPct val="120000"/>
              </a:lnSpc>
              <a:spcBef>
                <a:spcPts val="600"/>
              </a:spcBef>
              <a:buFont typeface="Symbol" panose="05050102010706020507" pitchFamily="18" charset="2"/>
              <a:buChar char="-"/>
              <a:defRPr sz="15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0970" indent="-304732" algn="l" defTabSz="609463" rtl="0" eaLnBrk="1" latinLnBrk="0" hangingPunct="1">
              <a:spcBef>
                <a:spcPct val="20000"/>
              </a:spcBef>
              <a:buFont typeface="Arial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433" indent="-304732" algn="l" defTabSz="609463" rtl="0" eaLnBrk="1" latinLnBrk="0" hangingPunct="1">
              <a:spcBef>
                <a:spcPct val="20000"/>
              </a:spcBef>
              <a:buFont typeface="Arial"/>
              <a:buChar char="•"/>
              <a:defRPr sz="26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600" noProof="0" dirty="0"/>
              <a:t>- Benötigt einen </a:t>
            </a:r>
            <a:r>
              <a:rPr lang="de-DE" sz="1600" noProof="0" dirty="0" err="1"/>
              <a:t>grösseren</a:t>
            </a:r>
            <a:r>
              <a:rPr lang="de-DE" sz="1600" noProof="0" dirty="0"/>
              <a:t> Programmieraufwand</a:t>
            </a:r>
            <a:br>
              <a:rPr lang="de-DE" sz="1600" noProof="0" dirty="0"/>
            </a:br>
            <a:r>
              <a:rPr lang="de-DE" sz="1600" noProof="0" dirty="0"/>
              <a:t>- Feintuning der Fehlerfunktion ist aufwendig</a:t>
            </a:r>
            <a:br>
              <a:rPr lang="de-DE" sz="1600" noProof="0" dirty="0"/>
            </a:br>
            <a:r>
              <a:rPr lang="de-DE" sz="1600" noProof="0" dirty="0"/>
              <a:t>- Die Optimale Lösung wird nicht immer gefunden</a:t>
            </a:r>
          </a:p>
          <a:p>
            <a:pPr marL="0" indent="0">
              <a:buNone/>
            </a:pPr>
            <a:endParaRPr lang="de-DE" sz="1600" noProof="0" dirty="0"/>
          </a:p>
          <a:p>
            <a:pPr marL="0" indent="0">
              <a:buNone/>
            </a:pPr>
            <a:endParaRPr lang="de-DE" sz="1600" noProof="0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87D219E-C741-C55F-AC93-C3D2C2B6F3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de-DE" noProof="0" smtClean="0"/>
              <a:t>8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385408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B5654016-E337-47D6-EF1D-75E79650B1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DE" noProof="0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5D6913E-CCB4-BBD5-0896-4F1885D8E3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de-DE" noProof="0" smtClean="0"/>
              <a:t>9</a:t>
            </a:fld>
            <a:endParaRPr lang="de-DE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17E8178-B943-6926-23A3-CFFC06307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noProof="0" dirty="0"/>
              <a:t>Methodenvergleich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9FA6409-D0AF-2B08-2058-036DB4504BC2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DE" noProof="0" dirty="0"/>
              <a:t>Alle Methoden benötigen eine iterative Optimierung durch den Anwender</a:t>
            </a:r>
          </a:p>
          <a:p>
            <a:pPr lvl="1"/>
            <a:r>
              <a:rPr lang="de-DE" sz="1600" noProof="0" dirty="0"/>
              <a:t>Anpassung der Tuning-Goals / Fehlerfunktion</a:t>
            </a:r>
          </a:p>
          <a:p>
            <a:r>
              <a:rPr lang="de-DE" noProof="0" dirty="0"/>
              <a:t>Tuning-Goals von Systune haben ihre Grenzen</a:t>
            </a:r>
          </a:p>
          <a:p>
            <a:pPr lvl="1"/>
            <a:r>
              <a:rPr lang="de-DE" sz="1600" noProof="0" dirty="0"/>
              <a:t>Nicht jedes gewünschte Systemverhalten lässt sich mit einem Tuning-Goal beschreiben</a:t>
            </a:r>
          </a:p>
          <a:p>
            <a:pPr lvl="1"/>
            <a:r>
              <a:rPr lang="de-DE" sz="1600" noProof="0" dirty="0"/>
              <a:t>Gewisse Kombinationen von Tuning-Goals haben mehr Einfluss aufeinander als erwartet</a:t>
            </a:r>
          </a:p>
          <a:p>
            <a:r>
              <a:rPr lang="de-DE" noProof="0" dirty="0"/>
              <a:t>Fehlerfunktion von GE und DE</a:t>
            </a:r>
          </a:p>
          <a:p>
            <a:pPr lvl="1"/>
            <a:r>
              <a:rPr lang="de-DE" sz="1600" noProof="0" dirty="0"/>
              <a:t>Liefert bereits bei sehr einfachen Kriterien sehr gute Ergebnisse</a:t>
            </a:r>
          </a:p>
          <a:p>
            <a:pPr lvl="1"/>
            <a:r>
              <a:rPr lang="de-DE" sz="1600" noProof="0" dirty="0"/>
              <a:t>Lässt sich intuitiver definieren als die Tuning-Goals von Systune</a:t>
            </a:r>
          </a:p>
          <a:p>
            <a:r>
              <a:rPr lang="de-DE" noProof="0" dirty="0"/>
              <a:t>GE und DE können mit einem nichtlinearen System umgehen</a:t>
            </a:r>
          </a:p>
          <a:p>
            <a:pPr lvl="1"/>
            <a:r>
              <a:rPr lang="de-CH" sz="1600" dirty="0"/>
              <a:t>Die Optimierung des Reglers erfolgt unter Berücksichtigung der Sättigungen im System.</a:t>
            </a:r>
          </a:p>
          <a:p>
            <a:pPr lvl="1"/>
            <a:r>
              <a:rPr lang="de-DE" sz="1600" noProof="0" dirty="0"/>
              <a:t>Nichtlineare Regler lassen sich ebenfalls optimieren</a:t>
            </a:r>
          </a:p>
          <a:p>
            <a:pPr marL="0" indent="0">
              <a:buNone/>
            </a:pPr>
            <a:endParaRPr lang="de-DE" noProof="0" dirty="0"/>
          </a:p>
          <a:p>
            <a:pPr marL="0" indent="0">
              <a:buNone/>
            </a:pPr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16319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9FBEFAC8-5B28-2C55-2698-01A03B147B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Systemverhalten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5D39D42-572F-E69F-9056-039167600BB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10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8DC4111-7A83-5D81-EA19-BFC0229BC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29" y="746812"/>
            <a:ext cx="6252543" cy="285371"/>
          </a:xfrm>
        </p:spPr>
        <p:txBody>
          <a:bodyPr>
            <a:normAutofit fontScale="90000"/>
          </a:bodyPr>
          <a:lstStyle/>
          <a:p>
            <a:r>
              <a:rPr lang="de-DE" dirty="0"/>
              <a:t>DC-Motor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0307235-0A46-D2A7-196C-D1D522A05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485" y="1158282"/>
            <a:ext cx="10088495" cy="5136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12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C9FAF98E-7922-16AB-0A5D-4E0A1C0EB8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Systemverhalten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BDFEE95-7652-F8A7-6DB0-865AFB64076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11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5C204A5F-9E64-CDEC-E01E-07EC00F1E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29" y="745065"/>
            <a:ext cx="6252543" cy="285371"/>
          </a:xfrm>
        </p:spPr>
        <p:txBody>
          <a:bodyPr>
            <a:normAutofit fontScale="90000"/>
          </a:bodyPr>
          <a:lstStyle/>
          <a:p>
            <a:r>
              <a:rPr lang="de-DE" dirty="0"/>
              <a:t>DC-Motor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ADE1B70-92C3-55B8-BFD0-E797FC2E5B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890" y="1154788"/>
            <a:ext cx="9698904" cy="554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222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72E4E-9297-95C3-F1EB-FEDB19ACC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0F69859-D53F-149C-E0B5-ABCE59F3893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Systemverhalten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391CCD2-8A6B-E901-E28D-0120000640E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12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73FB687-9537-F903-6CD8-C98E7DAA6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29" y="745065"/>
            <a:ext cx="6252543" cy="285371"/>
          </a:xfrm>
        </p:spPr>
        <p:txBody>
          <a:bodyPr>
            <a:normAutofit fontScale="90000"/>
          </a:bodyPr>
          <a:lstStyle/>
          <a:p>
            <a:r>
              <a:rPr lang="de-DE" dirty="0"/>
              <a:t>DC-Motor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B2ABBDC-F5D9-87DA-344C-F0B8D4CE1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33" y="1207560"/>
            <a:ext cx="11667106" cy="465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052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07312-FBBC-4127-5118-D4150A14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E5C296C2-BE93-D2C9-4B31-B8123B5F74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Systemverhalten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1F510BE-0937-6F30-4280-007C1CB720B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13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134E081-146B-D83F-6AA9-2EFE188A6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29" y="730943"/>
            <a:ext cx="6252543" cy="285371"/>
          </a:xfrm>
        </p:spPr>
        <p:txBody>
          <a:bodyPr>
            <a:normAutofit fontScale="90000"/>
          </a:bodyPr>
          <a:lstStyle/>
          <a:p>
            <a:r>
              <a:rPr lang="de-DE" dirty="0"/>
              <a:t>DC-Motor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4C52E563-5E01-57CE-6903-A9DE832BF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014" y="1958084"/>
            <a:ext cx="11385971" cy="3884811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2CEA42A7-6BAA-7811-01C9-603C0FD3CCE7}"/>
              </a:ext>
            </a:extLst>
          </p:cNvPr>
          <p:cNvSpPr txBox="1"/>
          <p:nvPr/>
        </p:nvSpPr>
        <p:spPr>
          <a:xfrm>
            <a:off x="1098550" y="5953125"/>
            <a:ext cx="3035300" cy="679450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2000" dirty="0">
                <a:ea typeface="Roboto Medium" panose="02000000000000000000" pitchFamily="2" charset="0"/>
              </a:rPr>
              <a:t>Erlaubte Totzeit: ~20ms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45A84DF0-41BF-96BA-EE41-A412826848EC}"/>
              </a:ext>
            </a:extLst>
          </p:cNvPr>
          <p:cNvSpPr txBox="1"/>
          <p:nvPr/>
        </p:nvSpPr>
        <p:spPr>
          <a:xfrm>
            <a:off x="4895850" y="5953125"/>
            <a:ext cx="3035300" cy="679450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2000" dirty="0">
                <a:ea typeface="Roboto Medium" panose="02000000000000000000" pitchFamily="2" charset="0"/>
              </a:rPr>
              <a:t>Erlaubte Totzeit: ~28ms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7DF1375-D03D-524E-709E-B87C8054F4D2}"/>
              </a:ext>
            </a:extLst>
          </p:cNvPr>
          <p:cNvSpPr txBox="1"/>
          <p:nvPr/>
        </p:nvSpPr>
        <p:spPr>
          <a:xfrm>
            <a:off x="8693150" y="5953125"/>
            <a:ext cx="3035300" cy="679450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2000" dirty="0">
                <a:ea typeface="Roboto Medium" panose="02000000000000000000" pitchFamily="2" charset="0"/>
              </a:rPr>
              <a:t>Erlaubte Totzeit: ~35ms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C056898C-CCC7-8F60-3A2F-12B45B202277}"/>
              </a:ext>
            </a:extLst>
          </p:cNvPr>
          <p:cNvSpPr txBox="1"/>
          <p:nvPr/>
        </p:nvSpPr>
        <p:spPr>
          <a:xfrm>
            <a:off x="996950" y="1506919"/>
            <a:ext cx="3035300" cy="679450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2000" dirty="0">
                <a:ea typeface="Roboto Medium" panose="02000000000000000000" pitchFamily="2" charset="0"/>
              </a:rPr>
              <a:t>Systune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FBF1B056-8B8C-C0F1-9580-029E952DB128}"/>
              </a:ext>
            </a:extLst>
          </p:cNvPr>
          <p:cNvSpPr txBox="1"/>
          <p:nvPr/>
        </p:nvSpPr>
        <p:spPr>
          <a:xfrm>
            <a:off x="4724400" y="1506919"/>
            <a:ext cx="3035300" cy="679450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2000" dirty="0">
                <a:ea typeface="Roboto Medium" panose="02000000000000000000" pitchFamily="2" charset="0"/>
              </a:rPr>
              <a:t>Genetischer Algorithmus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2521178-EBE9-B66E-C8E5-B9D435B57611}"/>
              </a:ext>
            </a:extLst>
          </p:cNvPr>
          <p:cNvSpPr txBox="1"/>
          <p:nvPr/>
        </p:nvSpPr>
        <p:spPr>
          <a:xfrm>
            <a:off x="8451850" y="1506919"/>
            <a:ext cx="3035300" cy="679450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DE" sz="2000" dirty="0">
                <a:ea typeface="Roboto Medium" panose="02000000000000000000" pitchFamily="2" charset="0"/>
              </a:rPr>
              <a:t>Differential Evolution</a:t>
            </a:r>
          </a:p>
        </p:txBody>
      </p:sp>
    </p:spTree>
    <p:extLst>
      <p:ext uri="{BB962C8B-B14F-4D97-AF65-F5344CB8AC3E}">
        <p14:creationId xmlns:p14="http://schemas.microsoft.com/office/powerpoint/2010/main" val="12366828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75B5CE49-D1BE-6C98-E387-0F84B3E4E9C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Systemverhalten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B6170F3-7773-E7FF-8061-AA676535025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14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5E4F574-2477-47CD-8809-CB748A92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29" y="783204"/>
            <a:ext cx="6252543" cy="285371"/>
          </a:xfrm>
        </p:spPr>
        <p:txBody>
          <a:bodyPr>
            <a:normAutofit fontScale="90000"/>
          </a:bodyPr>
          <a:lstStyle/>
          <a:p>
            <a:r>
              <a:rPr lang="de-DE" dirty="0"/>
              <a:t>Motor mit Schwungmasse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E509A03-882A-EEE0-DF0F-F0BC53062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218" y="1516438"/>
            <a:ext cx="9349563" cy="479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77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4C7DF-5DBE-9474-7578-0CA63F5D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DDFD6E19-3D77-1EAB-0165-B40781BE84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Systemverhalten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071F3E-5B34-BAA2-F331-926E18050EE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15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CC29B45-603E-F28E-9D52-84DC4D09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29" y="783204"/>
            <a:ext cx="6252543" cy="285371"/>
          </a:xfrm>
        </p:spPr>
        <p:txBody>
          <a:bodyPr>
            <a:normAutofit fontScale="90000"/>
          </a:bodyPr>
          <a:lstStyle/>
          <a:p>
            <a:r>
              <a:rPr lang="de-DE" dirty="0"/>
              <a:t>Motor mit Schwungmasse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E45079C-8AAB-51A7-3F5A-0A204FA0A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927" y="1164267"/>
            <a:ext cx="9485734" cy="5468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657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BA705-E0BA-0431-4B91-EBBF6CD2E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516009C-187B-7364-5A6D-85B78C2FCF7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Systemverhalten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B3A132D-A733-A7A8-445D-1F2B2EB15F5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16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632F7539-5C7B-10BB-E06F-9AC9CD8F97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29" y="783204"/>
            <a:ext cx="6252543" cy="285371"/>
          </a:xfrm>
        </p:spPr>
        <p:txBody>
          <a:bodyPr>
            <a:normAutofit fontScale="90000"/>
          </a:bodyPr>
          <a:lstStyle/>
          <a:p>
            <a:r>
              <a:rPr lang="de-DE" dirty="0"/>
              <a:t>Motor mit Schwungmasse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E62B38D-3E74-95E6-E35F-F2E5B1DCEA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95" y="1517135"/>
            <a:ext cx="11048010" cy="4487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582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03E59-9C2C-C7CC-7EBC-9E650CA16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4DAA5572-46BA-6C23-EAC7-5D29688E218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DE" dirty="0"/>
              <a:t>Systemverhalten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640A84-CA5E-7DA6-31D1-08BFB9672EF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17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9D18168-09CC-52AF-D39C-D44B0B150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029" y="783204"/>
            <a:ext cx="6252543" cy="285371"/>
          </a:xfrm>
        </p:spPr>
        <p:txBody>
          <a:bodyPr>
            <a:normAutofit fontScale="90000"/>
          </a:bodyPr>
          <a:lstStyle/>
          <a:p>
            <a:r>
              <a:rPr lang="de-DE" dirty="0"/>
              <a:t>Motor mit Schwungmasse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C6D3B6A-DCC8-B8C5-C563-2E8A0D4351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945449"/>
            <a:ext cx="4434770" cy="5305646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AC60DB8-62D6-6B1C-E005-3550668D36E7}"/>
              </a:ext>
            </a:extLst>
          </p:cNvPr>
          <p:cNvSpPr txBox="1"/>
          <p:nvPr/>
        </p:nvSpPr>
        <p:spPr>
          <a:xfrm>
            <a:off x="730101" y="1715387"/>
            <a:ext cx="5110717" cy="4586176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DE" sz="2000" dirty="0">
                <a:ea typeface="Roboto Medium" panose="02000000000000000000" pitchFamily="2" charset="0"/>
              </a:rPr>
              <a:t>Schlechtere Rauschunterdrückung</a:t>
            </a:r>
            <a:br>
              <a:rPr lang="de-DE" sz="2000" dirty="0">
                <a:ea typeface="Roboto Medium" panose="02000000000000000000" pitchFamily="2" charset="0"/>
              </a:rPr>
            </a:br>
            <a:r>
              <a:rPr lang="de-DE" sz="2000" dirty="0">
                <a:ea typeface="Roboto Medium" panose="02000000000000000000" pitchFamily="2" charset="0"/>
              </a:rPr>
              <a:t>des Systune Reglers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ABD3377B-CD7B-762E-BF2C-338E7B34F9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621" y="2595391"/>
            <a:ext cx="5356860" cy="214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00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A514A8E3-18D2-639E-1A9A-A15A43A2739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B552832-3C30-4B2C-A006-DCF200C2FEA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18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3FD7AC64-3500-EAF5-67F1-9E766AC5F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Fazit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7D4B2A6-228F-C58B-8D37-3FA1354BEBD6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DE" dirty="0"/>
              <a:t>Fairer Vergleich der Methoden ist schwierig</a:t>
            </a:r>
          </a:p>
          <a:p>
            <a:pPr lvl="1"/>
            <a:r>
              <a:rPr lang="de-DE" sz="1400" dirty="0"/>
              <a:t>Unterschiedliche Definition der Tuning-Goals und der Fehlerfunktion</a:t>
            </a:r>
          </a:p>
          <a:p>
            <a:pPr marL="0" indent="0">
              <a:buNone/>
            </a:pPr>
            <a:endParaRPr lang="de-DE" dirty="0"/>
          </a:p>
          <a:p>
            <a:r>
              <a:rPr lang="de-DE" dirty="0"/>
              <a:t>Gute Hyperparameter finden</a:t>
            </a:r>
          </a:p>
          <a:p>
            <a:pPr lvl="1"/>
            <a:r>
              <a:rPr lang="de-DE" sz="1400" dirty="0"/>
              <a:t>Ein weiteres Optimierungsproblem</a:t>
            </a:r>
          </a:p>
          <a:p>
            <a:endParaRPr lang="de-DE" dirty="0"/>
          </a:p>
          <a:p>
            <a:r>
              <a:rPr lang="de-DE" dirty="0"/>
              <a:t>Weitere Tests erforderlich</a:t>
            </a:r>
          </a:p>
          <a:p>
            <a:pPr lvl="1"/>
            <a:r>
              <a:rPr lang="de-DE" sz="1400" dirty="0"/>
              <a:t>Nur zwei Prozesse sind zu wenig</a:t>
            </a:r>
          </a:p>
          <a:p>
            <a:pPr lvl="1"/>
            <a:r>
              <a:rPr lang="de-DE" sz="1400" dirty="0"/>
              <a:t>Mehr Vielfalt benötigt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31490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16CB6679-270D-D9D8-33B2-122B1DB61A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56A92FA-1D7C-E3CC-74D9-8D1B1C9B129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19</a:t>
            </a:fld>
            <a:endParaRPr lang="en-GB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0B0A4483-A7BB-FF66-8AC2-191EAB7574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Demo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D8FA5B0C-3DC9-8F51-363E-EADAE289B28D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8162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D500B75-3BB3-6DF1-8585-9CA58EEC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F17DE-DB4A-4A58-B2AB-A2EB22A2F426}" type="slidenum">
              <a:rPr lang="en-GB" smtClean="0"/>
              <a:t>20</a:t>
            </a:fld>
            <a:endParaRPr lang="en-GB" dirty="0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E10FFFDC-E7A6-A011-7D4D-629B27B45D25}"/>
              </a:ext>
            </a:extLst>
          </p:cNvPr>
          <p:cNvPicPr>
            <a:picLocks noGrp="1" noChangeAspect="1"/>
          </p:cNvPicPr>
          <p:nvPr>
            <p:ph sz="quarter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0795" y="395691"/>
            <a:ext cx="8810410" cy="5869031"/>
          </a:xfrm>
          <a:effectLst>
            <a:softEdge rad="88900"/>
          </a:effectLst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9A0606C1-DF9C-DAAF-FA54-601985B8F846}"/>
              </a:ext>
            </a:extLst>
          </p:cNvPr>
          <p:cNvSpPr txBox="1"/>
          <p:nvPr/>
        </p:nvSpPr>
        <p:spPr>
          <a:xfrm>
            <a:off x="8356984" y="6242051"/>
            <a:ext cx="3566160" cy="404812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DE" sz="1200" dirty="0">
                <a:ea typeface="Roboto Medium" panose="02000000000000000000" pitchFamily="2" charset="0"/>
              </a:rPr>
              <a:t>Bild: Generiert mit ChatGPT</a:t>
            </a:r>
          </a:p>
        </p:txBody>
      </p:sp>
    </p:spTree>
    <p:extLst>
      <p:ext uri="{BB962C8B-B14F-4D97-AF65-F5344CB8AC3E}">
        <p14:creationId xmlns:p14="http://schemas.microsoft.com/office/powerpoint/2010/main" val="3921130143"/>
      </p:ext>
    </p:extLst>
  </p:cSld>
  <p:clrMapOvr>
    <a:masterClrMapping/>
  </p:clrMapOvr>
</p:sld>
</file>

<file path=ppt/theme/theme1.xml><?xml version="1.0" encoding="utf-8"?>
<a:theme xmlns:a="http://schemas.openxmlformats.org/drawingml/2006/main" name="OST">
  <a:themeElements>
    <a:clrScheme name="Benutzerdefiniert 19">
      <a:dk1>
        <a:srgbClr val="191919"/>
      </a:dk1>
      <a:lt1>
        <a:srgbClr val="FFFFFF"/>
      </a:lt1>
      <a:dk2>
        <a:srgbClr val="8C195F"/>
      </a:dk2>
      <a:lt2>
        <a:srgbClr val="C6C6C6"/>
      </a:lt2>
      <a:accent1>
        <a:srgbClr val="6B3881"/>
      </a:accent1>
      <a:accent2>
        <a:srgbClr val="D0A9D0"/>
      </a:accent2>
      <a:accent3>
        <a:srgbClr val="007E6B"/>
      </a:accent3>
      <a:accent4>
        <a:srgbClr val="A7D5C2"/>
      </a:accent4>
      <a:accent5>
        <a:srgbClr val="C32E15"/>
      </a:accent5>
      <a:accent6>
        <a:srgbClr val="F39A8B"/>
      </a:accent6>
      <a:hlink>
        <a:srgbClr val="D72864"/>
      </a:hlink>
      <a:folHlink>
        <a:srgbClr val="8C19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/>
        <a:effectLst/>
      </a:spPr>
      <a:bodyPr rtlCol="0" anchor="t"/>
      <a:lstStyle>
        <a:defPPr algn="l">
          <a:defRPr sz="1400" dirty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108000" rtlCol="0">
        <a:normAutofit/>
      </a:bodyPr>
      <a:lstStyle>
        <a:defPPr marL="252000" indent="-252000" algn="l">
          <a:spcAft>
            <a:spcPts val="600"/>
          </a:spcAft>
          <a:buClr>
            <a:schemeClr val="tx2"/>
          </a:buClr>
          <a:buFont typeface="Arial" panose="020B0604020202020204" pitchFamily="34" charset="0"/>
          <a:buChar char="•"/>
          <a:defRPr sz="2000" dirty="0" err="1" smtClean="0">
            <a:ea typeface="Roboto Medium" panose="02000000000000000000" pitchFamily="2" charset="0"/>
          </a:defRPr>
        </a:defPPr>
      </a:lstStyle>
    </a:txDef>
  </a:objectDefaults>
  <a:extraClrSchemeLst>
    <a:extraClrScheme>
      <a:clrScheme name="OST - Farben">
        <a:dk1>
          <a:srgbClr val="191919"/>
        </a:dk1>
        <a:lt1>
          <a:srgbClr val="FFFFFF"/>
        </a:lt1>
        <a:dk2>
          <a:srgbClr val="8C195F"/>
        </a:dk2>
        <a:lt2>
          <a:srgbClr val="D72864"/>
        </a:lt2>
        <a:accent1>
          <a:srgbClr val="56276D"/>
        </a:accent1>
        <a:accent2>
          <a:srgbClr val="C397C4"/>
        </a:accent2>
        <a:accent3>
          <a:srgbClr val="146C58"/>
        </a:accent3>
        <a:accent4>
          <a:srgbClr val="99CCB5"/>
        </a:accent4>
        <a:accent5>
          <a:srgbClr val="B21D19"/>
        </a:accent5>
        <a:accent6>
          <a:srgbClr val="EC867B"/>
        </a:accent6>
        <a:hlink>
          <a:srgbClr val="191919"/>
        </a:hlink>
        <a:folHlink>
          <a:srgbClr val="191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OST Violett">
      <a:srgbClr val="9560A4"/>
    </a:custClr>
    <a:custClr name="OST Grün">
      <a:srgbClr val="1DAF8E"/>
    </a:custClr>
    <a:custClr name="OST Rot">
      <a:srgbClr val="E84E0F"/>
    </a:custClr>
    <a:custClr name="OST Blau">
      <a:srgbClr val="0086CD"/>
    </a:custClr>
    <a:custClr name="OST Orange">
      <a:srgbClr val="FBBA00"/>
    </a:custClr>
    <a:custClr name="Weiss">
      <a:srgbClr val="FFFFFF"/>
    </a:custClr>
    <a:custClr name="Weiss">
      <a:srgbClr val="FFFFFF"/>
    </a:custClr>
    <a:custClr name="OST Schwarz">
      <a:srgbClr val="191919"/>
    </a:custClr>
    <a:custClr name="OST Brombeer">
      <a:srgbClr val="8C195F"/>
    </a:custClr>
    <a:custClr name="OST Himbeer">
      <a:srgbClr val="D72864"/>
    </a:custClr>
    <a:custClr name="OST Dunkelviolett">
      <a:srgbClr val="6B3881"/>
    </a:custClr>
    <a:custClr name="OST Dunkelgrün">
      <a:srgbClr val="007E6B"/>
    </a:custClr>
    <a:custClr name="OST Dunkelrot">
      <a:srgbClr val="C32E15"/>
    </a:custClr>
    <a:custClr name="OST Dunkelblau">
      <a:srgbClr val="0073B0"/>
    </a:custClr>
    <a:custClr name="OST Dunkelorange">
      <a:srgbClr val="D18F00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OST Hellviolett">
      <a:srgbClr val="D0A9D0"/>
    </a:custClr>
    <a:custClr name="OST Hellgrün">
      <a:srgbClr val="A7D5C2"/>
    </a:custClr>
    <a:custClr name="OST Hellrot">
      <a:srgbClr val="F39A8B"/>
    </a:custClr>
    <a:custClr name="OST Hellblau">
      <a:srgbClr val="5FBFED"/>
    </a:custClr>
    <a:custClr name="OST Hellorange">
      <a:srgbClr val="FDD6A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</a:custClrLst>
  <a:extLst>
    <a:ext uri="{05A4C25C-085E-4340-85A3-A5531E510DB2}">
      <thm15:themeFamily xmlns:thm15="http://schemas.microsoft.com/office/thememl/2012/main" name="OST" id="{F65EE9C8-6A55-4094-81ED-D336440D4CB9}" vid="{6BA0726D-F21D-4174-93EB-E825F6B2BA31}"/>
    </a:ext>
  </a:extLst>
</a:theme>
</file>

<file path=ppt/theme/theme2.xml><?xml version="1.0" encoding="utf-8"?>
<a:theme xmlns:a="http://schemas.openxmlformats.org/drawingml/2006/main" name="1_OST">
  <a:themeElements>
    <a:clrScheme name="Benutzerdefiniert 19">
      <a:dk1>
        <a:srgbClr val="191919"/>
      </a:dk1>
      <a:lt1>
        <a:srgbClr val="FFFFFF"/>
      </a:lt1>
      <a:dk2>
        <a:srgbClr val="8C195F"/>
      </a:dk2>
      <a:lt2>
        <a:srgbClr val="C6C6C6"/>
      </a:lt2>
      <a:accent1>
        <a:srgbClr val="6B3881"/>
      </a:accent1>
      <a:accent2>
        <a:srgbClr val="D0A9D0"/>
      </a:accent2>
      <a:accent3>
        <a:srgbClr val="007E6B"/>
      </a:accent3>
      <a:accent4>
        <a:srgbClr val="A7D5C2"/>
      </a:accent4>
      <a:accent5>
        <a:srgbClr val="C32E15"/>
      </a:accent5>
      <a:accent6>
        <a:srgbClr val="F39A8B"/>
      </a:accent6>
      <a:hlink>
        <a:srgbClr val="D72864"/>
      </a:hlink>
      <a:folHlink>
        <a:srgbClr val="8C19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/>
        <a:effectLst/>
      </a:spPr>
      <a:bodyPr rtlCol="0" anchor="t"/>
      <a:lstStyle>
        <a:defPPr algn="l">
          <a:defRPr sz="1400" dirty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108000" rtlCol="0">
        <a:normAutofit/>
      </a:bodyPr>
      <a:lstStyle>
        <a:defPPr marL="252000" indent="-252000" algn="l">
          <a:spcAft>
            <a:spcPts val="600"/>
          </a:spcAft>
          <a:buClr>
            <a:schemeClr val="tx2"/>
          </a:buClr>
          <a:buFont typeface="Arial" panose="020B0604020202020204" pitchFamily="34" charset="0"/>
          <a:buChar char="•"/>
          <a:defRPr sz="2000" dirty="0" err="1" smtClean="0">
            <a:ea typeface="Roboto Medium" panose="02000000000000000000" pitchFamily="2" charset="0"/>
          </a:defRPr>
        </a:defPPr>
      </a:lstStyle>
    </a:txDef>
  </a:objectDefaults>
  <a:extraClrSchemeLst>
    <a:extraClrScheme>
      <a:clrScheme name="OST - Farben">
        <a:dk1>
          <a:srgbClr val="191919"/>
        </a:dk1>
        <a:lt1>
          <a:srgbClr val="FFFFFF"/>
        </a:lt1>
        <a:dk2>
          <a:srgbClr val="8C195F"/>
        </a:dk2>
        <a:lt2>
          <a:srgbClr val="D72864"/>
        </a:lt2>
        <a:accent1>
          <a:srgbClr val="56276D"/>
        </a:accent1>
        <a:accent2>
          <a:srgbClr val="C397C4"/>
        </a:accent2>
        <a:accent3>
          <a:srgbClr val="146C58"/>
        </a:accent3>
        <a:accent4>
          <a:srgbClr val="99CCB5"/>
        </a:accent4>
        <a:accent5>
          <a:srgbClr val="B21D19"/>
        </a:accent5>
        <a:accent6>
          <a:srgbClr val="EC867B"/>
        </a:accent6>
        <a:hlink>
          <a:srgbClr val="191919"/>
        </a:hlink>
        <a:folHlink>
          <a:srgbClr val="191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OST Violett">
      <a:srgbClr val="9560A4"/>
    </a:custClr>
    <a:custClr name="OST Grün">
      <a:srgbClr val="1DAF8E"/>
    </a:custClr>
    <a:custClr name="OST Rot">
      <a:srgbClr val="E84E0F"/>
    </a:custClr>
    <a:custClr name="OST Blau">
      <a:srgbClr val="0086CD"/>
    </a:custClr>
    <a:custClr name="OST Orange">
      <a:srgbClr val="FBBA00"/>
    </a:custClr>
    <a:custClr name="Weiss">
      <a:srgbClr val="FFFFFF"/>
    </a:custClr>
    <a:custClr name="Weiss">
      <a:srgbClr val="FFFFFF"/>
    </a:custClr>
    <a:custClr name="OST Schwarz">
      <a:srgbClr val="191919"/>
    </a:custClr>
    <a:custClr name="OST Brombeer">
      <a:srgbClr val="8C195F"/>
    </a:custClr>
    <a:custClr name="OST Himbeer">
      <a:srgbClr val="D72864"/>
    </a:custClr>
    <a:custClr name="OST Dunkelviolett">
      <a:srgbClr val="6B3881"/>
    </a:custClr>
    <a:custClr name="OST Dunkelgrün">
      <a:srgbClr val="007E6B"/>
    </a:custClr>
    <a:custClr name="OST Dunkelrot">
      <a:srgbClr val="C32E15"/>
    </a:custClr>
    <a:custClr name="OST Dunkelblau">
      <a:srgbClr val="0073B0"/>
    </a:custClr>
    <a:custClr name="OST Dunkelorange">
      <a:srgbClr val="D18F00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OST Hellviolett">
      <a:srgbClr val="D0A9D0"/>
    </a:custClr>
    <a:custClr name="OST Hellgrün">
      <a:srgbClr val="A7D5C2"/>
    </a:custClr>
    <a:custClr name="OST Hellrot">
      <a:srgbClr val="F39A8B"/>
    </a:custClr>
    <a:custClr name="OST Hellblau">
      <a:srgbClr val="5FBFED"/>
    </a:custClr>
    <a:custClr name="OST Hellorange">
      <a:srgbClr val="FDD6A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</a:custClrLst>
  <a:extLst>
    <a:ext uri="{05A4C25C-085E-4340-85A3-A5531E510DB2}">
      <thm15:themeFamily xmlns:thm15="http://schemas.microsoft.com/office/thememl/2012/main" name="OST" id="{F65EE9C8-6A55-4094-81ED-D336440D4CB9}" vid="{6BA0726D-F21D-4174-93EB-E825F6B2BA31}"/>
    </a:ext>
  </a:extLst>
</a:theme>
</file>

<file path=ppt/theme/theme3.xml><?xml version="1.0" encoding="utf-8"?>
<a:theme xmlns:a="http://schemas.openxmlformats.org/drawingml/2006/main" name="OST2">
  <a:themeElements>
    <a:clrScheme name="Benutzerdefiniert 19">
      <a:dk1>
        <a:srgbClr val="191919"/>
      </a:dk1>
      <a:lt1>
        <a:srgbClr val="FFFFFF"/>
      </a:lt1>
      <a:dk2>
        <a:srgbClr val="8C195F"/>
      </a:dk2>
      <a:lt2>
        <a:srgbClr val="C6C6C6"/>
      </a:lt2>
      <a:accent1>
        <a:srgbClr val="6B3881"/>
      </a:accent1>
      <a:accent2>
        <a:srgbClr val="D0A9D0"/>
      </a:accent2>
      <a:accent3>
        <a:srgbClr val="007E6B"/>
      </a:accent3>
      <a:accent4>
        <a:srgbClr val="A7D5C2"/>
      </a:accent4>
      <a:accent5>
        <a:srgbClr val="C32E15"/>
      </a:accent5>
      <a:accent6>
        <a:srgbClr val="F39A8B"/>
      </a:accent6>
      <a:hlink>
        <a:srgbClr val="D72864"/>
      </a:hlink>
      <a:folHlink>
        <a:srgbClr val="8C19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/>
        <a:effectLst/>
      </a:spPr>
      <a:bodyPr rtlCol="0" anchor="t"/>
      <a:lstStyle>
        <a:defPPr algn="l">
          <a:defRPr sz="1400" dirty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108000" rtlCol="0">
        <a:normAutofit/>
      </a:bodyPr>
      <a:lstStyle>
        <a:defPPr marL="252000" indent="-252000" algn="l">
          <a:spcAft>
            <a:spcPts val="600"/>
          </a:spcAft>
          <a:buClr>
            <a:schemeClr val="tx2"/>
          </a:buClr>
          <a:buFont typeface="Arial" panose="020B0604020202020204" pitchFamily="34" charset="0"/>
          <a:buChar char="•"/>
          <a:defRPr sz="2000" dirty="0" err="1" smtClean="0">
            <a:ea typeface="Roboto Medium" panose="02000000000000000000" pitchFamily="2" charset="0"/>
          </a:defRPr>
        </a:defPPr>
      </a:lstStyle>
    </a:txDef>
  </a:objectDefaults>
  <a:extraClrSchemeLst>
    <a:extraClrScheme>
      <a:clrScheme name="OST - Farben">
        <a:dk1>
          <a:srgbClr val="191919"/>
        </a:dk1>
        <a:lt1>
          <a:srgbClr val="FFFFFF"/>
        </a:lt1>
        <a:dk2>
          <a:srgbClr val="8C195F"/>
        </a:dk2>
        <a:lt2>
          <a:srgbClr val="D72864"/>
        </a:lt2>
        <a:accent1>
          <a:srgbClr val="56276D"/>
        </a:accent1>
        <a:accent2>
          <a:srgbClr val="C397C4"/>
        </a:accent2>
        <a:accent3>
          <a:srgbClr val="146C58"/>
        </a:accent3>
        <a:accent4>
          <a:srgbClr val="99CCB5"/>
        </a:accent4>
        <a:accent5>
          <a:srgbClr val="B21D19"/>
        </a:accent5>
        <a:accent6>
          <a:srgbClr val="EC867B"/>
        </a:accent6>
        <a:hlink>
          <a:srgbClr val="191919"/>
        </a:hlink>
        <a:folHlink>
          <a:srgbClr val="191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OST Violett">
      <a:srgbClr val="9560A4"/>
    </a:custClr>
    <a:custClr name="OST Grün">
      <a:srgbClr val="1DAF8E"/>
    </a:custClr>
    <a:custClr name="OST Rot">
      <a:srgbClr val="E84E0F"/>
    </a:custClr>
    <a:custClr name="OST Blau">
      <a:srgbClr val="0086CD"/>
    </a:custClr>
    <a:custClr name="OST Orange">
      <a:srgbClr val="FBBA00"/>
    </a:custClr>
    <a:custClr name="Weiss">
      <a:srgbClr val="FFFFFF"/>
    </a:custClr>
    <a:custClr name="Weiss">
      <a:srgbClr val="FFFFFF"/>
    </a:custClr>
    <a:custClr name="OST Schwarz">
      <a:srgbClr val="191919"/>
    </a:custClr>
    <a:custClr name="OST Brombeer">
      <a:srgbClr val="8C195F"/>
    </a:custClr>
    <a:custClr name="OST Himbeer">
      <a:srgbClr val="D72864"/>
    </a:custClr>
    <a:custClr name="OST Dunkelviolett">
      <a:srgbClr val="6B3881"/>
    </a:custClr>
    <a:custClr name="OST Dunkelgrün">
      <a:srgbClr val="007E6B"/>
    </a:custClr>
    <a:custClr name="OST Dunkelrot">
      <a:srgbClr val="C32E15"/>
    </a:custClr>
    <a:custClr name="OST Dunkelblau">
      <a:srgbClr val="0073B0"/>
    </a:custClr>
    <a:custClr name="OST Dunkelorange">
      <a:srgbClr val="D18F00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OST Hellviolett">
      <a:srgbClr val="D0A9D0"/>
    </a:custClr>
    <a:custClr name="OST Hellgrün">
      <a:srgbClr val="A7D5C2"/>
    </a:custClr>
    <a:custClr name="OST Hellrot">
      <a:srgbClr val="F39A8B"/>
    </a:custClr>
    <a:custClr name="OST Hellblau">
      <a:srgbClr val="5FBFED"/>
    </a:custClr>
    <a:custClr name="OST Hellorange">
      <a:srgbClr val="FDD6A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</a:custClrLst>
  <a:extLst>
    <a:ext uri="{05A4C25C-085E-4340-85A3-A5531E510DB2}">
      <thm15:themeFamily xmlns:thm15="http://schemas.microsoft.com/office/thememl/2012/main" name="OST2" id="{15FD185B-383B-4873-B882-969E3EBA49C5}" vid="{AB185DD5-829B-419F-9F69-45AE71A5897C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OST</Template>
  <TotalTime>0</TotalTime>
  <Words>616</Words>
  <Application>Microsoft Office PowerPoint</Application>
  <PresentationFormat>Breitbild</PresentationFormat>
  <Paragraphs>164</Paragraphs>
  <Slides>20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3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Arial</vt:lpstr>
      <vt:lpstr>Calibri</vt:lpstr>
      <vt:lpstr>Roboto Medium</vt:lpstr>
      <vt:lpstr>Symbol</vt:lpstr>
      <vt:lpstr>OST</vt:lpstr>
      <vt:lpstr>1_OST</vt:lpstr>
      <vt:lpstr>OST2</vt:lpstr>
      <vt:lpstr>Analyse und Test von Methoden zur automatischen Reglersynthese</vt:lpstr>
      <vt:lpstr>Inhalt</vt:lpstr>
      <vt:lpstr>Problemstellung</vt:lpstr>
      <vt:lpstr>Ziel der Arbeit</vt:lpstr>
      <vt:lpstr>Verwendete Regelstrecken</vt:lpstr>
      <vt:lpstr>Untersuchte Methoden</vt:lpstr>
      <vt:lpstr>Systune</vt:lpstr>
      <vt:lpstr>Genetischer Algorithmus (GE) &amp; Differential Evolution (DE)</vt:lpstr>
      <vt:lpstr>Methodenvergleich</vt:lpstr>
      <vt:lpstr>DC-Motor</vt:lpstr>
      <vt:lpstr>DC-Motor</vt:lpstr>
      <vt:lpstr>DC-Motor</vt:lpstr>
      <vt:lpstr>DC-Motor</vt:lpstr>
      <vt:lpstr>Motor mit Schwungmasse</vt:lpstr>
      <vt:lpstr>Motor mit Schwungmasse</vt:lpstr>
      <vt:lpstr>Motor mit Schwungmasse</vt:lpstr>
      <vt:lpstr>Motor mit Schwungmasse</vt:lpstr>
      <vt:lpstr>Fazit</vt:lpstr>
      <vt:lpstr>Demo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Krieg</dc:creator>
  <cp:lastModifiedBy>Alex Krieg</cp:lastModifiedBy>
  <cp:revision>22</cp:revision>
  <dcterms:created xsi:type="dcterms:W3CDTF">2026-01-23T14:06:49Z</dcterms:created>
  <dcterms:modified xsi:type="dcterms:W3CDTF">2026-02-02T21:10:12Z</dcterms:modified>
</cp:coreProperties>
</file>