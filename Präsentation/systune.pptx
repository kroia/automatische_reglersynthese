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0" d="100"/>
          <a:sy n="80" d="100"/>
        </p:scale>
        <p:origin x="69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04DF6-F3A5-4889-B7D9-09C64E443EF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EE0C2-7A4D-4A91-8709-5B2F25FA9EB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31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plant = \frac{K}{J \</a:t>
            </a:r>
            <a:r>
              <a:rPr lang="en-GB" dirty="0" err="1"/>
              <a:t>cdot</a:t>
            </a:r>
            <a:r>
              <a:rPr lang="en-GB" dirty="0"/>
              <a:t> s^2 + b \</a:t>
            </a:r>
            <a:r>
              <a:rPr lang="en-GB" dirty="0" err="1"/>
              <a:t>cdot</a:t>
            </a:r>
            <a:r>
              <a:rPr lang="en-GB" dirty="0"/>
              <a:t> s}</a:t>
            </a:r>
          </a:p>
          <a:p>
            <a:r>
              <a:rPr lang="en-GB" dirty="0"/>
              <a:t>controller = </a:t>
            </a:r>
            <a:r>
              <a:rPr lang="en-GB" dirty="0" err="1"/>
              <a:t>Kp</a:t>
            </a:r>
            <a:r>
              <a:rPr lang="en-GB" dirty="0"/>
              <a:t> + \frac{Ki}{s} + \frac{</a:t>
            </a:r>
            <a:r>
              <a:rPr lang="en-GB" dirty="0" err="1"/>
              <a:t>Kd</a:t>
            </a:r>
            <a:r>
              <a:rPr lang="en-GB" dirty="0"/>
              <a:t> \</a:t>
            </a:r>
            <a:r>
              <a:rPr lang="en-GB" dirty="0" err="1"/>
              <a:t>cdot</a:t>
            </a:r>
            <a:r>
              <a:rPr lang="en-GB" dirty="0"/>
              <a:t> s}{</a:t>
            </a:r>
            <a:r>
              <a:rPr lang="en-GB" dirty="0" err="1"/>
              <a:t>Tf</a:t>
            </a:r>
            <a:r>
              <a:rPr lang="en-GB" dirty="0"/>
              <a:t> \</a:t>
            </a:r>
            <a:r>
              <a:rPr lang="en-GB" dirty="0" err="1"/>
              <a:t>cdot</a:t>
            </a:r>
            <a:r>
              <a:rPr lang="en-GB" dirty="0"/>
              <a:t> s + 1}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EE0C2-7A4D-4A91-8709-5B2F25FA9EB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82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8B8BD-E6B5-6188-2054-C750B2884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91D01-8CD5-5D2F-05C1-C87F7B07F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457A0-2B48-DE98-38A5-093ECD61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032B1-175A-06AB-43BE-128F6E63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1C008-9F21-D3F4-C7B7-F26D3730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6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834F-4731-1323-6CCE-D6C3FB3C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8EC32-7479-37A6-174A-3D255C5DE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D2D6C-9D25-E059-5531-52059CB2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E2D09-EC06-4BE3-820B-1D0C8F7B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000C0-345E-0ADC-25DB-1C99AB95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6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D1F4-F954-A82E-8457-2F5D8506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A8CC9-A417-EC74-9A79-BFECBF325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31C-1E94-6DFA-9610-5500ED4E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E0DF8-BF50-6C51-EAF8-D7B73E21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D976-DAF2-FE02-F6B9-BEF0FCA7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97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EF58-5800-23A4-47A5-F4CE36C6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EE5DF-5DF5-0B4D-3121-C8CDAA74E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A5AF2-BB9C-0832-49ED-FBEE82D27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A1CBB-9BDD-22FE-5B69-E017245B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EFBB8-26A0-0C85-2360-59C23670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CE60E-AAD5-FEE1-FB88-1F61B3A9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90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588C-FAD8-06F5-BB16-6CF2E3DC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2E2C1-9655-6406-B4BD-2B667560E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2388E-8B70-51C7-0E6B-07AA45BFA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9AB5C-BA47-A3BE-17D5-F49AADD0B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F8C0F-6D2B-5974-7DFC-677FF57FA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F0534-5D49-FC12-84ED-371EA08F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A8E060-4E80-78F7-5D99-17AAFA93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BB461-C054-FCD3-1DB6-8CBE2332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72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9523-E091-AAFC-C3CE-E25CDBB1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2311E-D925-AA0D-DA6D-35255332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E1EA1-85D6-7549-490C-16F96D812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6F7AD-1043-95C0-D9EA-2F229672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04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F89D0-EE39-A86F-EE72-FC1207212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FCC65-EF88-A64C-7332-2F466424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9228B-4BA5-321F-6AEE-62BAEC1AC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23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2795-F35A-223E-4306-5883242BB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1B04D-D2FD-D1A2-C7A2-F80668B07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0F2B4-573A-87E5-F5D8-373737927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03BEC-A76B-B289-CFD6-9B5CF702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58BF8-088E-1FD2-5DB1-CF4F0262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2AD8C-2B7D-590C-45CC-52C5F0F5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79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55AB-1411-EA05-B4CF-0B139F6D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3EE869-EBC1-B776-7980-DC254DE04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BC8C2-F8B9-D0FE-0489-D65CE4812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C6656-668E-0197-A4CB-6D494895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7A9E1-F71B-08B8-87A9-6432D70C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0BDD1-7AFF-8927-2C94-FD78B40A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17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CB659-219F-D464-6171-264BEB24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93992-D26A-22A8-D5B9-683F4D1CC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5D8FD-F11D-7A5D-5513-060AF937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421F7-F062-69CA-25ED-0035A6D0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1CA90-A325-1F96-81EE-11C176B0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62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CDE2C-3846-4869-8EF3-0F68E0AA6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6D726-0369-271F-E91A-BFC8D3903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B170A-A2EF-2331-63A6-6A2DD883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14F56-ECCF-5A1D-5E44-C68E2583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71862-C060-DFBA-A8E2-6E1385A1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10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D300B-6401-5521-B947-CE941F89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D422C-4EC7-97BE-F269-5A126950A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681ED-0115-2309-8E5B-4DFA47ED8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79557-BFC1-444B-A95D-1C2458B950C3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B3727-D876-972B-A135-9BEE44061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D47D6-4DE1-C3FB-16B1-1033B376A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C3774-F769-4647-B80F-3883411C4ED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44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A84B-76B0-5795-3C19-CE2C7FD8D0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systune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15555-4514-7796-1507-0A33E62AD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00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60C3D-0688-46AC-723C-8FC1DD71F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Tuning eines «</a:t>
            </a:r>
            <a:r>
              <a:rPr lang="de-CH" dirty="0" err="1"/>
              <a:t>geness</a:t>
            </a:r>
            <a:r>
              <a:rPr lang="de-CH" dirty="0"/>
              <a:t>» Modelles. </a:t>
            </a:r>
          </a:p>
          <a:p>
            <a:r>
              <a:rPr lang="de-CH" dirty="0"/>
              <a:t>Tuning </a:t>
            </a:r>
            <a:r>
              <a:rPr lang="de-CH" dirty="0" err="1"/>
              <a:t>goals</a:t>
            </a:r>
            <a:r>
              <a:rPr lang="de-CH" dirty="0"/>
              <a:t> </a:t>
            </a:r>
          </a:p>
          <a:p>
            <a:pPr lvl="1"/>
            <a:r>
              <a:rPr lang="de-CH" dirty="0"/>
              <a:t>Hard (</a:t>
            </a:r>
            <a:r>
              <a:rPr lang="en-GB" dirty="0"/>
              <a:t>constraints )</a:t>
            </a:r>
            <a:r>
              <a:rPr lang="de-CH" dirty="0"/>
              <a:t>:</a:t>
            </a:r>
            <a:r>
              <a:rPr lang="de-CH" sz="1800" dirty="0"/>
              <a:t> Bedingungen für die Optimierung der freien Model Parameter.</a:t>
            </a:r>
            <a:endParaRPr lang="de-CH" dirty="0"/>
          </a:p>
          <a:p>
            <a:pPr lvl="1"/>
            <a:r>
              <a:rPr lang="de-CH" dirty="0"/>
              <a:t>Soft (</a:t>
            </a:r>
            <a:r>
              <a:rPr lang="en-GB" dirty="0"/>
              <a:t>objectives)</a:t>
            </a:r>
            <a:r>
              <a:rPr lang="de-CH" dirty="0"/>
              <a:t>: </a:t>
            </a:r>
            <a:r>
              <a:rPr lang="de-CH" sz="1800" dirty="0"/>
              <a:t>Bedingungen für die Optimierung der freien Model Parameter. Diese unterliegen den Bedingungen der «Hard» </a:t>
            </a:r>
            <a:r>
              <a:rPr lang="de-CH" sz="1800" dirty="0" err="1"/>
              <a:t>constraints</a:t>
            </a:r>
            <a:r>
              <a:rPr lang="de-CH" sz="1800" dirty="0"/>
              <a:t>.</a:t>
            </a:r>
          </a:p>
          <a:p>
            <a:pPr lvl="1"/>
            <a:endParaRPr lang="de-CH" sz="1800" dirty="0"/>
          </a:p>
          <a:p>
            <a:pPr lvl="1"/>
            <a:endParaRPr lang="de-CH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063FD-5FA4-FFCB-A951-BAF197D60E10}"/>
              </a:ext>
            </a:extLst>
          </p:cNvPr>
          <p:cNvSpPr txBox="1"/>
          <p:nvPr/>
        </p:nvSpPr>
        <p:spPr>
          <a:xfrm>
            <a:off x="7655859" y="1825625"/>
            <a:ext cx="4455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i="1" dirty="0" err="1"/>
              <a:t>Geness</a:t>
            </a:r>
            <a:r>
              <a:rPr lang="de-CH" sz="1400" i="1" dirty="0"/>
              <a:t>:</a:t>
            </a:r>
            <a:br>
              <a:rPr lang="de-CH" sz="1400" i="1" dirty="0"/>
            </a:br>
            <a:r>
              <a:rPr lang="de-CH" sz="1400" i="1" dirty="0"/>
              <a:t>Generalisiertes </a:t>
            </a:r>
            <a:r>
              <a:rPr lang="de-CH" sz="1400" i="1" dirty="0" err="1"/>
              <a:t>statespace</a:t>
            </a:r>
            <a:r>
              <a:rPr lang="de-CH" sz="1400" i="1" dirty="0"/>
              <a:t> </a:t>
            </a:r>
            <a:r>
              <a:rPr lang="de-CH" sz="1400" i="1" dirty="0" err="1"/>
              <a:t>model</a:t>
            </a:r>
            <a:r>
              <a:rPr lang="de-CH" sz="1400" i="1" dirty="0"/>
              <a:t> mit </a:t>
            </a:r>
            <a:r>
              <a:rPr lang="de-CH" sz="1400" i="1" dirty="0" err="1"/>
              <a:t>tuning</a:t>
            </a:r>
            <a:r>
              <a:rPr lang="de-CH" sz="1400" i="1" dirty="0"/>
              <a:t> Parametern. </a:t>
            </a:r>
            <a:endParaRPr lang="en-GB" sz="1400" i="1" dirty="0"/>
          </a:p>
        </p:txBody>
      </p:sp>
    </p:spTree>
    <p:extLst>
      <p:ext uri="{BB962C8B-B14F-4D97-AF65-F5344CB8AC3E}">
        <p14:creationId xmlns:p14="http://schemas.microsoft.com/office/powerpoint/2010/main" val="344598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9739D-3EC2-288E-2C8F-B6F69DCC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DC-Motor Beispiel</a:t>
            </a:r>
            <a:endParaRPr lang="en-GB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D137BE-E6B8-EE86-2B1B-4DC2C1489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0637"/>
            <a:ext cx="3257550" cy="8477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6B334DF-138B-D2EE-D3BE-BF9B07220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11809"/>
            <a:ext cx="4071151" cy="33160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E10AD29-14F0-546B-7ED1-01AFD0848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891" y="2170637"/>
            <a:ext cx="5806181" cy="307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9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ACA0-6678-FB21-057A-2987CFAA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TuningGoal’s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0C40-9624-C219-93DD-1A67760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TR1 = </a:t>
            </a:r>
            <a:r>
              <a:rPr lang="en-GB" dirty="0" err="1"/>
              <a:t>TuningGoal.Tracking</a:t>
            </a:r>
            <a:r>
              <a:rPr lang="en-GB" dirty="0"/>
              <a:t>('r', 'y', 1); % Bandwidth ~1 rad/s</a:t>
            </a:r>
          </a:p>
          <a:p>
            <a:r>
              <a:rPr lang="en-GB" dirty="0"/>
              <a:t>TR2 = </a:t>
            </a:r>
            <a:r>
              <a:rPr lang="en-GB" dirty="0" err="1"/>
              <a:t>TuningGoal.Overshoot</a:t>
            </a:r>
            <a:r>
              <a:rPr lang="en-GB" dirty="0"/>
              <a:t>('r', 'y', 10);</a:t>
            </a:r>
          </a:p>
          <a:p>
            <a:r>
              <a:rPr lang="en-GB" dirty="0" err="1"/>
              <a:t>targetSoftGoals</a:t>
            </a:r>
            <a:r>
              <a:rPr lang="en-GB" dirty="0"/>
              <a:t> = [TR1 TR2];</a:t>
            </a:r>
          </a:p>
          <a:p>
            <a:endParaRPr lang="en-GB" dirty="0"/>
          </a:p>
          <a:p>
            <a:r>
              <a:rPr lang="en-GB" dirty="0"/>
              <a:t>TR5 = </a:t>
            </a:r>
            <a:r>
              <a:rPr lang="en-GB" dirty="0" err="1"/>
              <a:t>TuningGoal.Gain</a:t>
            </a:r>
            <a:r>
              <a:rPr lang="en-GB" dirty="0"/>
              <a:t>('r', 'u’, 5); % max gain of 5</a:t>
            </a:r>
          </a:p>
          <a:p>
            <a:r>
              <a:rPr lang="en-GB" dirty="0" err="1"/>
              <a:t>targetHardGoals</a:t>
            </a:r>
            <a:r>
              <a:rPr lang="en-GB" dirty="0"/>
              <a:t> = [TR5];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3326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1B44-BF98-83FB-E5D6-2C816FB25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D069E-FBC7-6421-9FAA-CD54F1EC2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GB" sz="1400" dirty="0"/>
              <a:t>[</a:t>
            </a:r>
            <a:r>
              <a:rPr lang="en-GB" sz="1400" dirty="0" err="1"/>
              <a:t>sysTuned</a:t>
            </a:r>
            <a:r>
              <a:rPr lang="en-GB" sz="1400" dirty="0"/>
              <a:t>, </a:t>
            </a:r>
            <a:r>
              <a:rPr lang="en-GB" sz="1400" dirty="0" err="1"/>
              <a:t>fSoft</a:t>
            </a:r>
            <a:r>
              <a:rPr lang="en-GB" sz="1400" dirty="0"/>
              <a:t>, </a:t>
            </a:r>
            <a:r>
              <a:rPr lang="en-GB" sz="1400" dirty="0" err="1"/>
              <a:t>fHard</a:t>
            </a:r>
            <a:r>
              <a:rPr lang="en-GB" sz="1400" dirty="0"/>
              <a:t>] = </a:t>
            </a:r>
            <a:r>
              <a:rPr lang="en-GB" sz="1400" dirty="0" err="1"/>
              <a:t>systune</a:t>
            </a:r>
            <a:r>
              <a:rPr lang="en-GB" sz="1400" dirty="0"/>
              <a:t>(sys0, </a:t>
            </a:r>
            <a:r>
              <a:rPr lang="en-GB" sz="1400" dirty="0" err="1"/>
              <a:t>targetSoftGoals</a:t>
            </a:r>
            <a:r>
              <a:rPr lang="en-GB" sz="1400" dirty="0"/>
              <a:t>, </a:t>
            </a:r>
            <a:r>
              <a:rPr lang="en-GB" sz="1400" dirty="0" err="1"/>
              <a:t>targetHardGoals</a:t>
            </a:r>
            <a:r>
              <a:rPr lang="en-GB" sz="1400" dirty="0"/>
              <a:t>);</a:t>
            </a:r>
          </a:p>
          <a:p>
            <a:pPr marL="0" indent="0">
              <a:buNone/>
            </a:pPr>
            <a:r>
              <a:rPr lang="en-GB" sz="1200" i="1" dirty="0"/>
              <a:t>Extract tuned controller</a:t>
            </a:r>
          </a:p>
          <a:p>
            <a:r>
              <a:rPr lang="en-GB" sz="1400" dirty="0" err="1"/>
              <a:t>controllerSysTuned</a:t>
            </a:r>
            <a:r>
              <a:rPr lang="en-GB" sz="1400" dirty="0"/>
              <a:t> = </a:t>
            </a:r>
            <a:r>
              <a:rPr lang="en-GB" sz="1400" dirty="0" err="1"/>
              <a:t>getBlockValue</a:t>
            </a:r>
            <a:r>
              <a:rPr lang="en-GB" sz="1400" dirty="0"/>
              <a:t>(</a:t>
            </a:r>
            <a:r>
              <a:rPr lang="en-GB" sz="1400" dirty="0" err="1"/>
              <a:t>sysTuned</a:t>
            </a:r>
            <a:r>
              <a:rPr lang="en-GB" sz="1400" dirty="0"/>
              <a:t>, '</a:t>
            </a:r>
            <a:r>
              <a:rPr lang="en-GB" sz="1400" dirty="0" err="1"/>
              <a:t>controllerSys</a:t>
            </a:r>
            <a:r>
              <a:rPr lang="en-GB" sz="1400" dirty="0"/>
              <a:t>');</a:t>
            </a:r>
          </a:p>
          <a:p>
            <a:endParaRPr lang="en-GB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D078BF-6FF7-11E9-5D8B-D22493837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90" y="3622089"/>
            <a:ext cx="10348020" cy="26898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5FBF99-A1E1-C5D7-32D1-FABF935E6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719" y="1129624"/>
            <a:ext cx="4490291" cy="249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7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F67E42-A948-C68A-87ED-D95578013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82" y="307589"/>
            <a:ext cx="7132426" cy="4745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8DED8-6888-D906-6900-E0DB15B83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708" y="307589"/>
            <a:ext cx="3373513" cy="27889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B712D2-B8DE-0D82-D66F-6E1478DD7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7589"/>
            <a:ext cx="1357151" cy="435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4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Breitbild</PresentationFormat>
  <Paragraphs>23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systune</vt:lpstr>
      <vt:lpstr>PowerPoint-Präsentation</vt:lpstr>
      <vt:lpstr>DC-Motor Beispiel</vt:lpstr>
      <vt:lpstr>TuningGoal’s</vt:lpstr>
      <vt:lpstr>Perform tuning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Krieg</dc:creator>
  <cp:lastModifiedBy>Alex Krieg</cp:lastModifiedBy>
  <cp:revision>3</cp:revision>
  <dcterms:created xsi:type="dcterms:W3CDTF">2025-10-12T15:12:37Z</dcterms:created>
  <dcterms:modified xsi:type="dcterms:W3CDTF">2025-10-13T15:07:15Z</dcterms:modified>
</cp:coreProperties>
</file>